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sldIdLst>
    <p:sldId id="258" r:id="rId5"/>
    <p:sldId id="283" r:id="rId6"/>
    <p:sldId id="278" r:id="rId7"/>
    <p:sldId id="288" r:id="rId8"/>
    <p:sldId id="289" r:id="rId9"/>
    <p:sldId id="290" r:id="rId10"/>
    <p:sldId id="265" r:id="rId11"/>
    <p:sldId id="291" r:id="rId12"/>
    <p:sldId id="279" r:id="rId13"/>
    <p:sldId id="27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456" userDrawn="1">
          <p15:clr>
            <a:srgbClr val="A4A3A4"/>
          </p15:clr>
        </p15:guide>
        <p15:guide id="3" pos="3840" userDrawn="1">
          <p15:clr>
            <a:srgbClr val="A4A3A4"/>
          </p15:clr>
        </p15:guide>
        <p15:guide id="4" pos="7224" userDrawn="1">
          <p15:clr>
            <a:srgbClr val="A4A3A4"/>
          </p15:clr>
        </p15:guide>
        <p15:guide id="5" orient="horz" pos="408" userDrawn="1">
          <p15:clr>
            <a:srgbClr val="A4A3A4"/>
          </p15:clr>
        </p15:guide>
        <p15:guide id="6" orient="horz" pos="139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7A9BD"/>
    <a:srgbClr val="9B4B0F"/>
    <a:srgbClr val="554C5E"/>
    <a:srgbClr val="CB59B3"/>
    <a:srgbClr val="F8AF2C"/>
    <a:srgbClr val="6EAB45"/>
    <a:srgbClr val="C07830"/>
    <a:srgbClr val="7F0101"/>
    <a:srgbClr val="6B1554"/>
    <a:srgbClr val="231F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830"/>
  </p:normalViewPr>
  <p:slideViewPr>
    <p:cSldViewPr snapToGrid="0" showGuides="1">
      <p:cViewPr varScale="1">
        <p:scale>
          <a:sx n="84" d="100"/>
          <a:sy n="84" d="100"/>
        </p:scale>
        <p:origin x="658" y="82"/>
      </p:cViewPr>
      <p:guideLst>
        <p:guide orient="horz" pos="2184"/>
        <p:guide pos="456"/>
        <p:guide pos="3840"/>
        <p:guide pos="7224"/>
        <p:guide orient="horz" pos="408"/>
        <p:guide orient="horz" pos="1392"/>
      </p:guideLst>
    </p:cSldViewPr>
  </p:slideViewPr>
  <p:notesTextViewPr>
    <p:cViewPr>
      <p:scale>
        <a:sx n="20" d="100"/>
        <a:sy n="2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A067D9-116D-3843-ABDF-D6546C1962D4}" type="datetimeFigureOut">
              <a:rPr lang="en-US" smtClean="0"/>
              <a:t>3/31/2026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9D21CC-DD94-204E-93C8-E1AAF3084C8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0510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486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6840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85929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86905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6873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11" Type="http://schemas.openxmlformats.org/officeDocument/2006/relationships/image" Target="../media/image2.svg"/><Relationship Id="rId5" Type="http://schemas.openxmlformats.org/officeDocument/2006/relationships/image" Target="../media/image6.svg"/><Relationship Id="rId10" Type="http://schemas.openxmlformats.org/officeDocument/2006/relationships/image" Target="../media/image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3.svg"/><Relationship Id="rId4" Type="http://schemas.openxmlformats.org/officeDocument/2006/relationships/image" Target="../media/image13.png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5.svg"/><Relationship Id="rId7" Type="http://schemas.openxmlformats.org/officeDocument/2006/relationships/image" Target="../media/image27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6.png"/><Relationship Id="rId11" Type="http://schemas.openxmlformats.org/officeDocument/2006/relationships/image" Target="../media/image31.svg"/><Relationship Id="rId5" Type="http://schemas.openxmlformats.org/officeDocument/2006/relationships/image" Target="../media/image2.svg"/><Relationship Id="rId10" Type="http://schemas.openxmlformats.org/officeDocument/2006/relationships/image" Target="../media/image30.png"/><Relationship Id="rId4" Type="http://schemas.openxmlformats.org/officeDocument/2006/relationships/image" Target="../media/image1.png"/><Relationship Id="rId9" Type="http://schemas.openxmlformats.org/officeDocument/2006/relationships/image" Target="../media/image29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5.svg"/><Relationship Id="rId4" Type="http://schemas.openxmlformats.org/officeDocument/2006/relationships/image" Target="../media/image34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9.svg"/><Relationship Id="rId7" Type="http://schemas.openxmlformats.org/officeDocument/2006/relationships/image" Target="../media/image18.svg"/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png"/><Relationship Id="rId5" Type="http://schemas.openxmlformats.org/officeDocument/2006/relationships/image" Target="../media/image41.svg"/><Relationship Id="rId4" Type="http://schemas.openxmlformats.org/officeDocument/2006/relationships/image" Target="../media/image40.png"/><Relationship Id="rId9" Type="http://schemas.openxmlformats.org/officeDocument/2006/relationships/image" Target="../media/image23.sv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1B4A24E8-C109-4F3A-CEE5-84689AA13B2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70949" b="27959"/>
          <a:stretch>
            <a:fillRect/>
          </a:stretch>
        </p:blipFill>
        <p:spPr>
          <a:xfrm>
            <a:off x="9830598" y="1496755"/>
            <a:ext cx="2361462" cy="5361246"/>
          </a:xfrm>
          <a:custGeom>
            <a:avLst/>
            <a:gdLst>
              <a:gd name="connsiteX0" fmla="*/ 0 w 2361462"/>
              <a:gd name="connsiteY0" fmla="*/ 0 h 5361246"/>
              <a:gd name="connsiteX1" fmla="*/ 2361462 w 2361462"/>
              <a:gd name="connsiteY1" fmla="*/ 0 h 5361246"/>
              <a:gd name="connsiteX2" fmla="*/ 2361462 w 2361462"/>
              <a:gd name="connsiteY2" fmla="*/ 5361246 h 5361246"/>
              <a:gd name="connsiteX3" fmla="*/ 0 w 2361462"/>
              <a:gd name="connsiteY3" fmla="*/ 5361246 h 5361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61462" h="5361246">
                <a:moveTo>
                  <a:pt x="0" y="0"/>
                </a:moveTo>
                <a:lnTo>
                  <a:pt x="2361462" y="0"/>
                </a:lnTo>
                <a:lnTo>
                  <a:pt x="2361462" y="5361246"/>
                </a:lnTo>
                <a:lnTo>
                  <a:pt x="0" y="5361246"/>
                </a:lnTo>
                <a:close/>
              </a:path>
            </a:pathLst>
          </a:cu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69497D1C-2169-2658-B8BB-0495216A4BA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80421" b="19612"/>
          <a:stretch>
            <a:fillRect/>
          </a:stretch>
        </p:blipFill>
        <p:spPr>
          <a:xfrm>
            <a:off x="10352634" y="2036470"/>
            <a:ext cx="1839366" cy="4821530"/>
          </a:xfrm>
          <a:custGeom>
            <a:avLst/>
            <a:gdLst>
              <a:gd name="connsiteX0" fmla="*/ 0 w 1777810"/>
              <a:gd name="connsiteY0" fmla="*/ 0 h 4821530"/>
              <a:gd name="connsiteX1" fmla="*/ 1777810 w 1777810"/>
              <a:gd name="connsiteY1" fmla="*/ 0 h 4821530"/>
              <a:gd name="connsiteX2" fmla="*/ 1777810 w 1777810"/>
              <a:gd name="connsiteY2" fmla="*/ 4821530 h 4821530"/>
              <a:gd name="connsiteX3" fmla="*/ 0 w 1777810"/>
              <a:gd name="connsiteY3" fmla="*/ 4821530 h 4821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77810" h="4821530">
                <a:moveTo>
                  <a:pt x="0" y="0"/>
                </a:moveTo>
                <a:lnTo>
                  <a:pt x="1777810" y="0"/>
                </a:lnTo>
                <a:lnTo>
                  <a:pt x="1777810" y="4821530"/>
                </a:lnTo>
                <a:lnTo>
                  <a:pt x="0" y="4821530"/>
                </a:lnTo>
                <a:close/>
              </a:path>
            </a:pathLst>
          </a:cu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CA85067D-406E-8FBD-CAD7-FC3FEDE4100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4427" r="11071"/>
          <a:stretch>
            <a:fillRect/>
          </a:stretch>
        </p:blipFill>
        <p:spPr>
          <a:xfrm>
            <a:off x="1" y="4917240"/>
            <a:ext cx="12192060" cy="522037"/>
          </a:xfrm>
          <a:custGeom>
            <a:avLst/>
            <a:gdLst>
              <a:gd name="connsiteX0" fmla="*/ 0 w 12192060"/>
              <a:gd name="connsiteY0" fmla="*/ 0 h 522037"/>
              <a:gd name="connsiteX1" fmla="*/ 12192060 w 12192060"/>
              <a:gd name="connsiteY1" fmla="*/ 0 h 522037"/>
              <a:gd name="connsiteX2" fmla="*/ 12192060 w 12192060"/>
              <a:gd name="connsiteY2" fmla="*/ 522037 h 522037"/>
              <a:gd name="connsiteX3" fmla="*/ 0 w 12192060"/>
              <a:gd name="connsiteY3" fmla="*/ 522037 h 522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60" h="522037">
                <a:moveTo>
                  <a:pt x="0" y="0"/>
                </a:moveTo>
                <a:lnTo>
                  <a:pt x="12192060" y="0"/>
                </a:lnTo>
                <a:lnTo>
                  <a:pt x="12192060" y="522037"/>
                </a:lnTo>
                <a:lnTo>
                  <a:pt x="0" y="522037"/>
                </a:lnTo>
                <a:close/>
              </a:path>
            </a:pathLst>
          </a:cu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CCC84229-A616-7DBF-80DE-339B893E9C39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6010" t="41466"/>
          <a:stretch>
            <a:fillRect/>
          </a:stretch>
        </p:blipFill>
        <p:spPr>
          <a:xfrm>
            <a:off x="2" y="2"/>
            <a:ext cx="3767431" cy="1009819"/>
          </a:xfrm>
          <a:custGeom>
            <a:avLst/>
            <a:gdLst>
              <a:gd name="connsiteX0" fmla="*/ 0 w 3767431"/>
              <a:gd name="connsiteY0" fmla="*/ 0 h 1009819"/>
              <a:gd name="connsiteX1" fmla="*/ 3767431 w 3767431"/>
              <a:gd name="connsiteY1" fmla="*/ 0 h 1009819"/>
              <a:gd name="connsiteX2" fmla="*/ 3767431 w 3767431"/>
              <a:gd name="connsiteY2" fmla="*/ 1009819 h 1009819"/>
              <a:gd name="connsiteX3" fmla="*/ 0 w 3767431"/>
              <a:gd name="connsiteY3" fmla="*/ 1009819 h 100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67431" h="1009819">
                <a:moveTo>
                  <a:pt x="0" y="0"/>
                </a:moveTo>
                <a:lnTo>
                  <a:pt x="3767431" y="0"/>
                </a:lnTo>
                <a:lnTo>
                  <a:pt x="3767431" y="1009819"/>
                </a:lnTo>
                <a:lnTo>
                  <a:pt x="0" y="1009819"/>
                </a:lnTo>
                <a:close/>
              </a:path>
            </a:pathLst>
          </a:cu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AFF238C4-81CD-3A8B-6CD4-36EC3C74A82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4427" r="11071"/>
          <a:stretch>
            <a:fillRect/>
          </a:stretch>
        </p:blipFill>
        <p:spPr>
          <a:xfrm>
            <a:off x="1" y="5590419"/>
            <a:ext cx="12192060" cy="522037"/>
          </a:xfrm>
          <a:custGeom>
            <a:avLst/>
            <a:gdLst>
              <a:gd name="connsiteX0" fmla="*/ 0 w 12192060"/>
              <a:gd name="connsiteY0" fmla="*/ 0 h 522037"/>
              <a:gd name="connsiteX1" fmla="*/ 12192060 w 12192060"/>
              <a:gd name="connsiteY1" fmla="*/ 0 h 522037"/>
              <a:gd name="connsiteX2" fmla="*/ 12192060 w 12192060"/>
              <a:gd name="connsiteY2" fmla="*/ 522037 h 522037"/>
              <a:gd name="connsiteX3" fmla="*/ 0 w 12192060"/>
              <a:gd name="connsiteY3" fmla="*/ 522037 h 522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60" h="522037">
                <a:moveTo>
                  <a:pt x="0" y="0"/>
                </a:moveTo>
                <a:lnTo>
                  <a:pt x="12192060" y="0"/>
                </a:lnTo>
                <a:lnTo>
                  <a:pt x="12192060" y="522037"/>
                </a:lnTo>
                <a:lnTo>
                  <a:pt x="0" y="522037"/>
                </a:lnTo>
                <a:close/>
              </a:path>
            </a:pathLst>
          </a:custGeom>
        </p:spPr>
      </p:pic>
      <p:sp>
        <p:nvSpPr>
          <p:cNvPr id="18" name="Oval 17">
            <a:extLst>
              <a:ext uri="{FF2B5EF4-FFF2-40B4-BE49-F238E27FC236}">
                <a16:creationId xmlns:a16="http://schemas.microsoft.com/office/drawing/2014/main" id="{63E3A363-145F-206F-266C-B9E2B0FAB7DD}"/>
              </a:ext>
            </a:extLst>
          </p:cNvPr>
          <p:cNvSpPr/>
          <p:nvPr userDrawn="1"/>
        </p:nvSpPr>
        <p:spPr>
          <a:xfrm>
            <a:off x="9250598" y="471605"/>
            <a:ext cx="2157097" cy="2157097"/>
          </a:xfrm>
          <a:prstGeom prst="ellipse">
            <a:avLst/>
          </a:prstGeom>
          <a:solidFill>
            <a:schemeClr val="accent4">
              <a:alpha val="9304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DE02E05-595A-16CF-6266-62538DFC16D0}"/>
              </a:ext>
            </a:extLst>
          </p:cNvPr>
          <p:cNvSpPr/>
          <p:nvPr userDrawn="1"/>
        </p:nvSpPr>
        <p:spPr>
          <a:xfrm>
            <a:off x="7940285" y="4985135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D85649E-04BD-5186-BD79-8AA93DD3249B}"/>
              </a:ext>
            </a:extLst>
          </p:cNvPr>
          <p:cNvSpPr/>
          <p:nvPr userDrawn="1"/>
        </p:nvSpPr>
        <p:spPr>
          <a:xfrm>
            <a:off x="7940285" y="5679283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53DCF60-4DBD-60A8-147B-E448AF1810D5}"/>
              </a:ext>
            </a:extLst>
          </p:cNvPr>
          <p:cNvSpPr/>
          <p:nvPr userDrawn="1"/>
        </p:nvSpPr>
        <p:spPr>
          <a:xfrm>
            <a:off x="2930516" y="246834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9CAD9A-42EA-5081-7FB2-7E583DDE19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24912" y="2359152"/>
            <a:ext cx="6528816" cy="1883664"/>
          </a:xfrm>
        </p:spPr>
        <p:txBody>
          <a:bodyPr anchor="t">
            <a:noAutofit/>
          </a:bodyPr>
          <a:lstStyle>
            <a:lvl1pPr algn="l">
              <a:defRPr sz="5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B3C71F-CB44-ACA0-AF0E-CD2A4DA71F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24912" y="1947672"/>
            <a:ext cx="5943600" cy="41148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0FD1BB09-A7ED-BA2F-D5C0-000FA9FC2469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13498771">
            <a:off x="1238845" y="2129773"/>
            <a:ext cx="1501346" cy="1501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755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roup 57">
            <a:extLst>
              <a:ext uri="{FF2B5EF4-FFF2-40B4-BE49-F238E27FC236}">
                <a16:creationId xmlns:a16="http://schemas.microsoft.com/office/drawing/2014/main" id="{7F9A3535-D85B-F023-B8C0-28D2FEAAD9E0}"/>
              </a:ext>
            </a:extLst>
          </p:cNvPr>
          <p:cNvGrpSpPr/>
          <p:nvPr userDrawn="1"/>
        </p:nvGrpSpPr>
        <p:grpSpPr>
          <a:xfrm>
            <a:off x="1" y="3827512"/>
            <a:ext cx="12198945" cy="3030489"/>
            <a:chOff x="1" y="3827512"/>
            <a:chExt cx="12198945" cy="3030489"/>
          </a:xfrm>
        </p:grpSpPr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C11C7D54-0954-B838-DA12-86EA86543A54}"/>
                </a:ext>
              </a:extLst>
            </p:cNvPr>
            <p:cNvSpPr/>
            <p:nvPr userDrawn="1"/>
          </p:nvSpPr>
          <p:spPr>
            <a:xfrm>
              <a:off x="11488761" y="5133340"/>
              <a:ext cx="521208" cy="1724660"/>
            </a:xfrm>
            <a:custGeom>
              <a:avLst/>
              <a:gdLst>
                <a:gd name="connsiteX0" fmla="*/ 834 w 513332"/>
                <a:gd name="connsiteY0" fmla="*/ -1393 h 1623974"/>
                <a:gd name="connsiteX1" fmla="*/ 514166 w 513332"/>
                <a:gd name="connsiteY1" fmla="*/ -1393 h 1623974"/>
                <a:gd name="connsiteX2" fmla="*/ 514166 w 513332"/>
                <a:gd name="connsiteY2" fmla="*/ 1622582 h 1623974"/>
                <a:gd name="connsiteX3" fmla="*/ 834 w 513332"/>
                <a:gd name="connsiteY3" fmla="*/ 1622582 h 1623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3332" h="1623974">
                  <a:moveTo>
                    <a:pt x="834" y="-1393"/>
                  </a:moveTo>
                  <a:lnTo>
                    <a:pt x="514166" y="-1393"/>
                  </a:lnTo>
                  <a:lnTo>
                    <a:pt x="514166" y="1622582"/>
                  </a:lnTo>
                  <a:lnTo>
                    <a:pt x="834" y="1622582"/>
                  </a:lnTo>
                  <a:close/>
                </a:path>
              </a:pathLst>
            </a:custGeom>
            <a:solidFill>
              <a:schemeClr val="accent1"/>
            </a:solidFill>
            <a:ln w="282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pic>
          <p:nvPicPr>
            <p:cNvPr id="55" name="Graphic 54">
              <a:extLst>
                <a:ext uri="{FF2B5EF4-FFF2-40B4-BE49-F238E27FC236}">
                  <a16:creationId xmlns:a16="http://schemas.microsoft.com/office/drawing/2014/main" id="{E49D87C6-232E-E91C-0D76-756637414E8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9291" r="42583" b="30832"/>
            <a:stretch>
              <a:fillRect/>
            </a:stretch>
          </p:blipFill>
          <p:spPr>
            <a:xfrm>
              <a:off x="1" y="3827512"/>
              <a:ext cx="12198945" cy="3030489"/>
            </a:xfrm>
            <a:custGeom>
              <a:avLst/>
              <a:gdLst>
                <a:gd name="connsiteX0" fmla="*/ 0 w 12198945"/>
                <a:gd name="connsiteY0" fmla="*/ 0 h 3030489"/>
                <a:gd name="connsiteX1" fmla="*/ 12198945 w 12198945"/>
                <a:gd name="connsiteY1" fmla="*/ 0 h 3030489"/>
                <a:gd name="connsiteX2" fmla="*/ 12198945 w 12198945"/>
                <a:gd name="connsiteY2" fmla="*/ 1369519 h 3030489"/>
                <a:gd name="connsiteX3" fmla="*/ 11240822 w 12198945"/>
                <a:gd name="connsiteY3" fmla="*/ 1369519 h 3030489"/>
                <a:gd name="connsiteX4" fmla="*/ 11240822 w 12198945"/>
                <a:gd name="connsiteY4" fmla="*/ 3030489 h 3030489"/>
                <a:gd name="connsiteX5" fmla="*/ 0 w 12198945"/>
                <a:gd name="connsiteY5" fmla="*/ 3030489 h 3030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8945" h="3030489">
                  <a:moveTo>
                    <a:pt x="0" y="0"/>
                  </a:moveTo>
                  <a:lnTo>
                    <a:pt x="12198945" y="0"/>
                  </a:lnTo>
                  <a:lnTo>
                    <a:pt x="12198945" y="1369519"/>
                  </a:lnTo>
                  <a:lnTo>
                    <a:pt x="11240822" y="1369519"/>
                  </a:lnTo>
                  <a:lnTo>
                    <a:pt x="11240822" y="3030489"/>
                  </a:lnTo>
                  <a:lnTo>
                    <a:pt x="0" y="3030489"/>
                  </a:lnTo>
                  <a:close/>
                </a:path>
              </a:pathLst>
            </a:cu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60AE1B9-1C14-F852-2B97-05DAA5F80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33B37-5F68-E267-936F-4CA547437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200" y="2121408"/>
            <a:ext cx="6510528" cy="3578352"/>
          </a:xfrm>
        </p:spPr>
        <p:txBody>
          <a:bodyPr/>
          <a:lstStyle>
            <a:lvl1pPr marL="0" indent="0">
              <a:buNone/>
              <a:defRPr sz="1800"/>
            </a:lvl1pPr>
            <a:lvl2pPr marL="283464">
              <a:defRPr sz="1800"/>
            </a:lvl2pPr>
            <a:lvl3pPr marL="566928">
              <a:defRPr sz="1600"/>
            </a:lvl3pPr>
            <a:lvl4pPr marL="758952">
              <a:defRPr sz="1400"/>
            </a:lvl4pPr>
            <a:lvl5pPr marL="1042416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E3602100-4B1B-08F9-3FE3-A39515512D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11" name="Freeform 65">
            <a:extLst>
              <a:ext uri="{FF2B5EF4-FFF2-40B4-BE49-F238E27FC236}">
                <a16:creationId xmlns:a16="http://schemas.microsoft.com/office/drawing/2014/main" id="{232AA84F-639D-A24B-BB67-2694CC069C65}"/>
              </a:ext>
            </a:extLst>
          </p:cNvPr>
          <p:cNvSpPr/>
          <p:nvPr/>
        </p:nvSpPr>
        <p:spPr>
          <a:xfrm>
            <a:off x="838989" y="5178370"/>
            <a:ext cx="2157098" cy="1679630"/>
          </a:xfrm>
          <a:custGeom>
            <a:avLst/>
            <a:gdLst>
              <a:gd name="connsiteX0" fmla="*/ 1078549 w 2157098"/>
              <a:gd name="connsiteY0" fmla="*/ 0 h 1679630"/>
              <a:gd name="connsiteX1" fmla="*/ 2157098 w 2157098"/>
              <a:gd name="connsiteY1" fmla="*/ 1078549 h 1679630"/>
              <a:gd name="connsiteX2" fmla="*/ 2072341 w 2157098"/>
              <a:gd name="connsiteY2" fmla="*/ 1498369 h 1679630"/>
              <a:gd name="connsiteX3" fmla="*/ 1973955 w 2157098"/>
              <a:gd name="connsiteY3" fmla="*/ 1679630 h 1679630"/>
              <a:gd name="connsiteX4" fmla="*/ 183143 w 2157098"/>
              <a:gd name="connsiteY4" fmla="*/ 1679630 h 1679630"/>
              <a:gd name="connsiteX5" fmla="*/ 84758 w 2157098"/>
              <a:gd name="connsiteY5" fmla="*/ 1498369 h 1679630"/>
              <a:gd name="connsiteX6" fmla="*/ 0 w 2157098"/>
              <a:gd name="connsiteY6" fmla="*/ 1078549 h 1679630"/>
              <a:gd name="connsiteX7" fmla="*/ 1078549 w 2157098"/>
              <a:gd name="connsiteY7" fmla="*/ 0 h 1679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57098" h="1679630">
                <a:moveTo>
                  <a:pt x="1078549" y="0"/>
                </a:moveTo>
                <a:cubicBezTo>
                  <a:pt x="1674215" y="0"/>
                  <a:pt x="2157098" y="482883"/>
                  <a:pt x="2157098" y="1078549"/>
                </a:cubicBezTo>
                <a:cubicBezTo>
                  <a:pt x="2157098" y="1227466"/>
                  <a:pt x="2126918" y="1369333"/>
                  <a:pt x="2072341" y="1498369"/>
                </a:cubicBezTo>
                <a:lnTo>
                  <a:pt x="1973955" y="1679630"/>
                </a:lnTo>
                <a:lnTo>
                  <a:pt x="183143" y="1679630"/>
                </a:lnTo>
                <a:lnTo>
                  <a:pt x="84758" y="1498369"/>
                </a:lnTo>
                <a:cubicBezTo>
                  <a:pt x="30180" y="1369333"/>
                  <a:pt x="0" y="1227466"/>
                  <a:pt x="0" y="1078549"/>
                </a:cubicBezTo>
                <a:cubicBezTo>
                  <a:pt x="0" y="482883"/>
                  <a:pt x="482883" y="0"/>
                  <a:pt x="1078549" y="0"/>
                </a:cubicBezTo>
                <a:close/>
              </a:path>
            </a:pathLst>
          </a:custGeom>
          <a:solidFill>
            <a:schemeClr val="accent4">
              <a:alpha val="8321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39B8E7B-82C3-F9D6-9E34-8F76C40C8539}"/>
              </a:ext>
            </a:extLst>
          </p:cNvPr>
          <p:cNvSpPr/>
          <p:nvPr/>
        </p:nvSpPr>
        <p:spPr>
          <a:xfrm>
            <a:off x="9626717" y="4990918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Footer Placeholder 59">
            <a:extLst>
              <a:ext uri="{FF2B5EF4-FFF2-40B4-BE49-F238E27FC236}">
                <a16:creationId xmlns:a16="http://schemas.microsoft.com/office/drawing/2014/main" id="{EACDB755-CEBA-6C68-443D-525463E80DA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1" name="Slide Number Placeholder 60">
            <a:extLst>
              <a:ext uri="{FF2B5EF4-FFF2-40B4-BE49-F238E27FC236}">
                <a16:creationId xmlns:a16="http://schemas.microsoft.com/office/drawing/2014/main" id="{307D0F4E-2944-C947-2B6E-0547303F25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239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AE1B9-1C14-F852-2B97-05DAA5F80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438912"/>
            <a:ext cx="8762246" cy="1325880"/>
          </a:xfrm>
        </p:spPr>
        <p:txBody>
          <a:bodyPr/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596636-128C-4D64-E63E-16619F5CDF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1892808"/>
            <a:ext cx="8659368" cy="749808"/>
          </a:xfrm>
          <a:solidFill>
            <a:schemeClr val="accent1">
              <a:lumMod val="75000"/>
            </a:schemeClr>
          </a:solidFill>
        </p:spPr>
        <p:txBody>
          <a:bodyPr lIns="713232" anchor="ctr">
            <a:noAutofit/>
          </a:bodyPr>
          <a:lstStyle>
            <a:lvl1pPr marL="0" indent="0"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5E065C5-B7CB-9146-3A7C-A6F39CA9B2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83880" y="1792224"/>
            <a:ext cx="960120" cy="96012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63500">
            <a:solidFill>
              <a:schemeClr val="bg2"/>
            </a:solidFill>
          </a:ln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BD0306DB-B174-37A8-719D-C89F9EE1189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2891790"/>
            <a:ext cx="8659368" cy="749808"/>
          </a:xfrm>
          <a:solidFill>
            <a:schemeClr val="accent2">
              <a:lumMod val="75000"/>
            </a:schemeClr>
          </a:solidFill>
        </p:spPr>
        <p:txBody>
          <a:bodyPr lIns="713232" anchor="ctr">
            <a:noAutofit/>
          </a:bodyPr>
          <a:lstStyle>
            <a:lvl1pPr marL="0" indent="0"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D80DBC95-A30E-E3C3-6A02-0DE7F6995B6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83880" y="2784348"/>
            <a:ext cx="960120" cy="960120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63500">
            <a:solidFill>
              <a:schemeClr val="bg2"/>
            </a:solidFill>
          </a:ln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FF0762B-1AD3-943D-F4CC-9D5CF574053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0" y="3890772"/>
            <a:ext cx="8659368" cy="749808"/>
          </a:xfrm>
          <a:solidFill>
            <a:schemeClr val="accent4">
              <a:lumMod val="75000"/>
            </a:schemeClr>
          </a:solidFill>
        </p:spPr>
        <p:txBody>
          <a:bodyPr lIns="713232" anchor="ctr">
            <a:noAutofit/>
          </a:bodyPr>
          <a:lstStyle>
            <a:lvl1pPr marL="0" indent="0"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51060427-2619-E83D-D977-65854C7AA3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83880" y="3776472"/>
            <a:ext cx="960120" cy="960120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63500">
            <a:solidFill>
              <a:schemeClr val="bg2"/>
            </a:solidFill>
          </a:ln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B28E366-646A-5633-0E0C-1BB99B27FDD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4889754"/>
            <a:ext cx="8659368" cy="749808"/>
          </a:xfrm>
          <a:solidFill>
            <a:schemeClr val="tx1">
              <a:lumMod val="90000"/>
              <a:lumOff val="10000"/>
            </a:schemeClr>
          </a:solidFill>
        </p:spPr>
        <p:txBody>
          <a:bodyPr lIns="713232" anchor="ctr">
            <a:noAutofit/>
          </a:bodyPr>
          <a:lstStyle>
            <a:lvl1pPr marL="0" indent="0"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2A38A746-8D71-1D08-BD7B-347D1E59854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83880" y="4768596"/>
            <a:ext cx="960120" cy="960120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CB500DDB-4549-EAE1-1AA8-DBD382D2B9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0" y="5888736"/>
            <a:ext cx="8659368" cy="749808"/>
          </a:xfrm>
          <a:solidFill>
            <a:schemeClr val="accent3">
              <a:lumMod val="75000"/>
            </a:schemeClr>
          </a:solidFill>
        </p:spPr>
        <p:txBody>
          <a:bodyPr lIns="713232" anchor="ctr">
            <a:noAutofit/>
          </a:bodyPr>
          <a:lstStyle>
            <a:lvl1pPr marL="0" indent="0"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EC619F49-49DD-DF7B-37A0-6104FF3C2B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83880" y="5760720"/>
            <a:ext cx="960120" cy="960120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63500">
            <a:solidFill>
              <a:schemeClr val="bg2"/>
            </a:solidFill>
          </a:ln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3161961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 hidden="1">
            <a:extLst>
              <a:ext uri="{FF2B5EF4-FFF2-40B4-BE49-F238E27FC236}">
                <a16:creationId xmlns:a16="http://schemas.microsoft.com/office/drawing/2014/main" id="{25EA7C35-FF1A-FBFD-05A2-718EB0D16B65}"/>
              </a:ext>
            </a:extLst>
          </p:cNvPr>
          <p:cNvSpPr/>
          <p:nvPr/>
        </p:nvSpPr>
        <p:spPr>
          <a:xfrm>
            <a:off x="233681" y="2011679"/>
            <a:ext cx="3195438" cy="3286867"/>
          </a:xfrm>
          <a:custGeom>
            <a:avLst/>
            <a:gdLst>
              <a:gd name="connsiteX0" fmla="*/ 2213 w 9357201"/>
              <a:gd name="connsiteY0" fmla="*/ -650 h 3276674"/>
              <a:gd name="connsiteX1" fmla="*/ 8009370 w 9357201"/>
              <a:gd name="connsiteY1" fmla="*/ -650 h 3276674"/>
              <a:gd name="connsiteX2" fmla="*/ 9359415 w 9357201"/>
              <a:gd name="connsiteY2" fmla="*/ 1355860 h 3276674"/>
              <a:gd name="connsiteX3" fmla="*/ 9359415 w 9357201"/>
              <a:gd name="connsiteY3" fmla="*/ 3276024 h 3276674"/>
              <a:gd name="connsiteX0" fmla="*/ 0 w 9357202"/>
              <a:gd name="connsiteY0" fmla="*/ 33 h 3276707"/>
              <a:gd name="connsiteX1" fmla="*/ 5765524 w 9357202"/>
              <a:gd name="connsiteY1" fmla="*/ 0 h 3276707"/>
              <a:gd name="connsiteX2" fmla="*/ 8007157 w 9357202"/>
              <a:gd name="connsiteY2" fmla="*/ 33 h 3276707"/>
              <a:gd name="connsiteX3" fmla="*/ 9357202 w 9357202"/>
              <a:gd name="connsiteY3" fmla="*/ 1356543 h 3276707"/>
              <a:gd name="connsiteX4" fmla="*/ 9357202 w 9357202"/>
              <a:gd name="connsiteY4" fmla="*/ 3276707 h 3276707"/>
              <a:gd name="connsiteX0" fmla="*/ 0 w 3591678"/>
              <a:gd name="connsiteY0" fmla="*/ 0 h 3276707"/>
              <a:gd name="connsiteX1" fmla="*/ 2241633 w 3591678"/>
              <a:gd name="connsiteY1" fmla="*/ 33 h 3276707"/>
              <a:gd name="connsiteX2" fmla="*/ 3591678 w 3591678"/>
              <a:gd name="connsiteY2" fmla="*/ 1356543 h 3276707"/>
              <a:gd name="connsiteX3" fmla="*/ 3591678 w 3591678"/>
              <a:gd name="connsiteY3" fmla="*/ 3276707 h 3276707"/>
              <a:gd name="connsiteX0" fmla="*/ 0 w 3408798"/>
              <a:gd name="connsiteY0" fmla="*/ 0 h 3276707"/>
              <a:gd name="connsiteX1" fmla="*/ 2058753 w 3408798"/>
              <a:gd name="connsiteY1" fmla="*/ 33 h 3276707"/>
              <a:gd name="connsiteX2" fmla="*/ 3408798 w 3408798"/>
              <a:gd name="connsiteY2" fmla="*/ 1356543 h 3276707"/>
              <a:gd name="connsiteX3" fmla="*/ 3408798 w 3408798"/>
              <a:gd name="connsiteY3" fmla="*/ 3276707 h 3276707"/>
              <a:gd name="connsiteX0" fmla="*/ 0 w 3225918"/>
              <a:gd name="connsiteY0" fmla="*/ 0 h 3286867"/>
              <a:gd name="connsiteX1" fmla="*/ 1875873 w 3225918"/>
              <a:gd name="connsiteY1" fmla="*/ 10193 h 3286867"/>
              <a:gd name="connsiteX2" fmla="*/ 3225918 w 3225918"/>
              <a:gd name="connsiteY2" fmla="*/ 1366703 h 3286867"/>
              <a:gd name="connsiteX3" fmla="*/ 3225918 w 3225918"/>
              <a:gd name="connsiteY3" fmla="*/ 3286867 h 3286867"/>
              <a:gd name="connsiteX0" fmla="*/ 0 w 3195438"/>
              <a:gd name="connsiteY0" fmla="*/ 0 h 3286867"/>
              <a:gd name="connsiteX1" fmla="*/ 1845393 w 3195438"/>
              <a:gd name="connsiteY1" fmla="*/ 10193 h 3286867"/>
              <a:gd name="connsiteX2" fmla="*/ 3195438 w 3195438"/>
              <a:gd name="connsiteY2" fmla="*/ 1366703 h 3286867"/>
              <a:gd name="connsiteX3" fmla="*/ 3195438 w 3195438"/>
              <a:gd name="connsiteY3" fmla="*/ 3286867 h 3286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5438" h="3286867">
                <a:moveTo>
                  <a:pt x="0" y="0"/>
                </a:moveTo>
                <a:lnTo>
                  <a:pt x="1845393" y="10193"/>
                </a:lnTo>
                <a:cubicBezTo>
                  <a:pt x="2591000" y="10193"/>
                  <a:pt x="3195438" y="617523"/>
                  <a:pt x="3195438" y="1366703"/>
                </a:cubicBezTo>
                <a:lnTo>
                  <a:pt x="3195438" y="3286867"/>
                </a:lnTo>
              </a:path>
            </a:pathLst>
          </a:custGeom>
          <a:noFill/>
          <a:ln w="510466" cap="sq">
            <a:solidFill>
              <a:srgbClr val="00AA59"/>
            </a:solidFill>
            <a:prstDash val="solid"/>
            <a:round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4" name="Freeform: Shape 23" hidden="1">
            <a:extLst>
              <a:ext uri="{FF2B5EF4-FFF2-40B4-BE49-F238E27FC236}">
                <a16:creationId xmlns:a16="http://schemas.microsoft.com/office/drawing/2014/main" id="{B09E8213-E4A1-3E30-9198-8B68ABEE82B8}"/>
              </a:ext>
            </a:extLst>
          </p:cNvPr>
          <p:cNvSpPr/>
          <p:nvPr/>
        </p:nvSpPr>
        <p:spPr>
          <a:xfrm>
            <a:off x="3429117" y="4725899"/>
            <a:ext cx="8510941" cy="1366196"/>
          </a:xfrm>
          <a:custGeom>
            <a:avLst/>
            <a:gdLst>
              <a:gd name="connsiteX0" fmla="*/ 10980107 w 10977893"/>
              <a:gd name="connsiteY0" fmla="*/ -650 h 1365979"/>
              <a:gd name="connsiteX1" fmla="*/ 10980107 w 10977893"/>
              <a:gd name="connsiteY1" fmla="*/ 789104 h 1365979"/>
              <a:gd name="connsiteX2" fmla="*/ 10357989 w 10977893"/>
              <a:gd name="connsiteY2" fmla="*/ 1365329 h 1365979"/>
              <a:gd name="connsiteX3" fmla="*/ 624331 w 10977893"/>
              <a:gd name="connsiteY3" fmla="*/ 1365329 h 1365979"/>
              <a:gd name="connsiteX4" fmla="*/ 2213 w 10977893"/>
              <a:gd name="connsiteY4" fmla="*/ 789104 h 1365979"/>
              <a:gd name="connsiteX5" fmla="*/ 2213 w 10977893"/>
              <a:gd name="connsiteY5" fmla="*/ -650 h 1365979"/>
              <a:gd name="connsiteX0" fmla="*/ 10977894 w 10977894"/>
              <a:gd name="connsiteY0" fmla="*/ 0 h 1365979"/>
              <a:gd name="connsiteX1" fmla="*/ 10977894 w 10977894"/>
              <a:gd name="connsiteY1" fmla="*/ 789754 h 1365979"/>
              <a:gd name="connsiteX2" fmla="*/ 10355776 w 10977894"/>
              <a:gd name="connsiteY2" fmla="*/ 1365979 h 1365979"/>
              <a:gd name="connsiteX3" fmla="*/ 8724301 w 10977894"/>
              <a:gd name="connsiteY3" fmla="*/ 1362386 h 1365979"/>
              <a:gd name="connsiteX4" fmla="*/ 622118 w 10977894"/>
              <a:gd name="connsiteY4" fmla="*/ 1365979 h 1365979"/>
              <a:gd name="connsiteX5" fmla="*/ 0 w 10977894"/>
              <a:gd name="connsiteY5" fmla="*/ 789754 h 1365979"/>
              <a:gd name="connsiteX6" fmla="*/ 0 w 10977894"/>
              <a:gd name="connsiteY6" fmla="*/ 0 h 1365979"/>
              <a:gd name="connsiteX0" fmla="*/ 10977894 w 10977894"/>
              <a:gd name="connsiteY0" fmla="*/ 789754 h 1365979"/>
              <a:gd name="connsiteX1" fmla="*/ 10355776 w 10977894"/>
              <a:gd name="connsiteY1" fmla="*/ 1365979 h 1365979"/>
              <a:gd name="connsiteX2" fmla="*/ 8724301 w 10977894"/>
              <a:gd name="connsiteY2" fmla="*/ 1362386 h 1365979"/>
              <a:gd name="connsiteX3" fmla="*/ 622118 w 10977894"/>
              <a:gd name="connsiteY3" fmla="*/ 1365979 h 1365979"/>
              <a:gd name="connsiteX4" fmla="*/ 0 w 10977894"/>
              <a:gd name="connsiteY4" fmla="*/ 789754 h 1365979"/>
              <a:gd name="connsiteX5" fmla="*/ 0 w 10977894"/>
              <a:gd name="connsiteY5" fmla="*/ 0 h 1365979"/>
              <a:gd name="connsiteX0" fmla="*/ 10355776 w 10355776"/>
              <a:gd name="connsiteY0" fmla="*/ 1365979 h 1365979"/>
              <a:gd name="connsiteX1" fmla="*/ 8724301 w 10355776"/>
              <a:gd name="connsiteY1" fmla="*/ 1362386 h 1365979"/>
              <a:gd name="connsiteX2" fmla="*/ 622118 w 10355776"/>
              <a:gd name="connsiteY2" fmla="*/ 1365979 h 1365979"/>
              <a:gd name="connsiteX3" fmla="*/ 0 w 10355776"/>
              <a:gd name="connsiteY3" fmla="*/ 789754 h 1365979"/>
              <a:gd name="connsiteX4" fmla="*/ 0 w 10355776"/>
              <a:gd name="connsiteY4" fmla="*/ 0 h 1365979"/>
              <a:gd name="connsiteX0" fmla="*/ 8724301 w 8724301"/>
              <a:gd name="connsiteY0" fmla="*/ 1362386 h 1365979"/>
              <a:gd name="connsiteX1" fmla="*/ 622118 w 8724301"/>
              <a:gd name="connsiteY1" fmla="*/ 1365979 h 1365979"/>
              <a:gd name="connsiteX2" fmla="*/ 0 w 8724301"/>
              <a:gd name="connsiteY2" fmla="*/ 789754 h 1365979"/>
              <a:gd name="connsiteX3" fmla="*/ 0 w 8724301"/>
              <a:gd name="connsiteY3" fmla="*/ 0 h 1365979"/>
              <a:gd name="connsiteX0" fmla="*/ 8510941 w 8510941"/>
              <a:gd name="connsiteY0" fmla="*/ 1366196 h 1366196"/>
              <a:gd name="connsiteX1" fmla="*/ 622118 w 8510941"/>
              <a:gd name="connsiteY1" fmla="*/ 1365979 h 1366196"/>
              <a:gd name="connsiteX2" fmla="*/ 0 w 8510941"/>
              <a:gd name="connsiteY2" fmla="*/ 789754 h 1366196"/>
              <a:gd name="connsiteX3" fmla="*/ 0 w 8510941"/>
              <a:gd name="connsiteY3" fmla="*/ 0 h 1366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510941" h="1366196">
                <a:moveTo>
                  <a:pt x="8510941" y="1366196"/>
                </a:moveTo>
                <a:lnTo>
                  <a:pt x="622118" y="1365979"/>
                </a:lnTo>
                <a:cubicBezTo>
                  <a:pt x="278520" y="1365979"/>
                  <a:pt x="0" y="1107979"/>
                  <a:pt x="0" y="789754"/>
                </a:cubicBezTo>
                <a:lnTo>
                  <a:pt x="0" y="0"/>
                </a:lnTo>
              </a:path>
            </a:pathLst>
          </a:custGeom>
          <a:noFill/>
          <a:ln w="510466" cap="sq">
            <a:solidFill>
              <a:srgbClr val="00AA59"/>
            </a:solidFill>
            <a:prstDash val="solid"/>
            <a:round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A67CFF6C-EDBA-8B95-5C93-0B4BB5939B8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9507" r="12032"/>
          <a:stretch/>
        </p:blipFill>
        <p:spPr>
          <a:xfrm>
            <a:off x="0" y="1779373"/>
            <a:ext cx="12192000" cy="4583992"/>
          </a:xfrm>
          <a:custGeom>
            <a:avLst/>
            <a:gdLst>
              <a:gd name="connsiteX0" fmla="*/ 0 w 12192000"/>
              <a:gd name="connsiteY0" fmla="*/ 0 h 4583992"/>
              <a:gd name="connsiteX1" fmla="*/ 12192000 w 12192000"/>
              <a:gd name="connsiteY1" fmla="*/ 0 h 4583992"/>
              <a:gd name="connsiteX2" fmla="*/ 12192000 w 12192000"/>
              <a:gd name="connsiteY2" fmla="*/ 2190264 h 4583992"/>
              <a:gd name="connsiteX3" fmla="*/ 12187938 w 12192000"/>
              <a:gd name="connsiteY3" fmla="*/ 2190264 h 4583992"/>
              <a:gd name="connsiteX4" fmla="*/ 12187938 w 12192000"/>
              <a:gd name="connsiteY4" fmla="*/ 4583992 h 4583992"/>
              <a:gd name="connsiteX5" fmla="*/ 0 w 12192000"/>
              <a:gd name="connsiteY5" fmla="*/ 4583992 h 4583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4583992">
                <a:moveTo>
                  <a:pt x="0" y="0"/>
                </a:moveTo>
                <a:lnTo>
                  <a:pt x="12192000" y="0"/>
                </a:lnTo>
                <a:lnTo>
                  <a:pt x="12192000" y="2190264"/>
                </a:lnTo>
                <a:lnTo>
                  <a:pt x="12187938" y="2190264"/>
                </a:lnTo>
                <a:lnTo>
                  <a:pt x="12187938" y="4583992"/>
                </a:lnTo>
                <a:lnTo>
                  <a:pt x="0" y="4583992"/>
                </a:lnTo>
                <a:close/>
              </a:path>
            </a:pathLst>
          </a:custGeom>
        </p:spPr>
      </p:pic>
      <p:sp>
        <p:nvSpPr>
          <p:cNvPr id="18" name="Oval 17">
            <a:extLst>
              <a:ext uri="{FF2B5EF4-FFF2-40B4-BE49-F238E27FC236}">
                <a16:creationId xmlns:a16="http://schemas.microsoft.com/office/drawing/2014/main" id="{1FEFD686-81C7-A517-F1C0-0C3D3EF340F2}"/>
              </a:ext>
            </a:extLst>
          </p:cNvPr>
          <p:cNvSpPr/>
          <p:nvPr/>
        </p:nvSpPr>
        <p:spPr>
          <a:xfrm>
            <a:off x="767250" y="3628115"/>
            <a:ext cx="1628275" cy="1628275"/>
          </a:xfrm>
          <a:prstGeom prst="ellipse">
            <a:avLst/>
          </a:prstGeom>
          <a:solidFill>
            <a:schemeClr val="accent4">
              <a:alpha val="9304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6032612E-888F-3F52-2DF9-1A7FC1C338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72707"/>
          <a:stretch>
            <a:fillRect/>
          </a:stretch>
        </p:blipFill>
        <p:spPr>
          <a:xfrm>
            <a:off x="5315713" y="5020135"/>
            <a:ext cx="6718341" cy="1871772"/>
          </a:xfrm>
          <a:custGeom>
            <a:avLst/>
            <a:gdLst>
              <a:gd name="connsiteX0" fmla="*/ 0 w 6718341"/>
              <a:gd name="connsiteY0" fmla="*/ 0 h 1871772"/>
              <a:gd name="connsiteX1" fmla="*/ 6718341 w 6718341"/>
              <a:gd name="connsiteY1" fmla="*/ 0 h 1871772"/>
              <a:gd name="connsiteX2" fmla="*/ 6718341 w 6718341"/>
              <a:gd name="connsiteY2" fmla="*/ 1871772 h 1871772"/>
              <a:gd name="connsiteX3" fmla="*/ 0 w 6718341"/>
              <a:gd name="connsiteY3" fmla="*/ 1871772 h 1871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18341" h="1871772">
                <a:moveTo>
                  <a:pt x="0" y="0"/>
                </a:moveTo>
                <a:lnTo>
                  <a:pt x="6718341" y="0"/>
                </a:lnTo>
                <a:lnTo>
                  <a:pt x="6718341" y="1871772"/>
                </a:lnTo>
                <a:lnTo>
                  <a:pt x="0" y="1871772"/>
                </a:lnTo>
                <a:close/>
              </a:path>
            </a:pathLst>
          </a:cu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3CA6479C-DB58-C182-DA46-646A89A79A6F}"/>
              </a:ext>
            </a:extLst>
          </p:cNvPr>
          <p:cNvSpPr/>
          <p:nvPr/>
        </p:nvSpPr>
        <p:spPr>
          <a:xfrm>
            <a:off x="11469607" y="5904458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40F0BF7-907A-B0C3-5845-78EDA851891C}"/>
              </a:ext>
            </a:extLst>
          </p:cNvPr>
          <p:cNvSpPr/>
          <p:nvPr/>
        </p:nvSpPr>
        <p:spPr>
          <a:xfrm>
            <a:off x="3000866" y="2411479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5D287EAB-26E8-C8AF-6CB0-D37B7CB370E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4165" t="77500"/>
          <a:stretch>
            <a:fillRect/>
          </a:stretch>
        </p:blipFill>
        <p:spPr>
          <a:xfrm flipH="1">
            <a:off x="7732665" y="0"/>
            <a:ext cx="4459335" cy="1543022"/>
          </a:xfrm>
          <a:custGeom>
            <a:avLst/>
            <a:gdLst>
              <a:gd name="connsiteX0" fmla="*/ 0 w 4459335"/>
              <a:gd name="connsiteY0" fmla="*/ 0 h 1543022"/>
              <a:gd name="connsiteX1" fmla="*/ 4459335 w 4459335"/>
              <a:gd name="connsiteY1" fmla="*/ 0 h 1543022"/>
              <a:gd name="connsiteX2" fmla="*/ 4459335 w 4459335"/>
              <a:gd name="connsiteY2" fmla="*/ 1543022 h 1543022"/>
              <a:gd name="connsiteX3" fmla="*/ 0 w 4459335"/>
              <a:gd name="connsiteY3" fmla="*/ 1543022 h 1543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59335" h="1543022">
                <a:moveTo>
                  <a:pt x="0" y="0"/>
                </a:moveTo>
                <a:lnTo>
                  <a:pt x="4459335" y="0"/>
                </a:lnTo>
                <a:lnTo>
                  <a:pt x="4459335" y="1543022"/>
                </a:lnTo>
                <a:lnTo>
                  <a:pt x="0" y="1543022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F5323F-6D74-29FA-F04C-027DF2809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2744" y="2304288"/>
            <a:ext cx="5513832" cy="2432304"/>
          </a:xfrm>
        </p:spPr>
        <p:txBody>
          <a:bodyPr anchor="t">
            <a:no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354F95-4CC9-871D-2B3D-873AB0B213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52744" y="1885193"/>
            <a:ext cx="5943600" cy="41148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61099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AE1B9-1C14-F852-2B97-05DAA5F80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7336" y="722376"/>
            <a:ext cx="8870656" cy="76498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33B37-5F68-E267-936F-4CA547437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2404872"/>
            <a:ext cx="10716768" cy="36301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660BA33-D95F-4C82-419E-ADBE0C89155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accent2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33A32FC-3A65-2B5F-2625-0FE903CD37D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DFD42C5-F2A8-2017-93FA-4A8F8A7CB7B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0168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raphic 38">
            <a:extLst>
              <a:ext uri="{FF2B5EF4-FFF2-40B4-BE49-F238E27FC236}">
                <a16:creationId xmlns:a16="http://schemas.microsoft.com/office/drawing/2014/main" id="{0FA7F5A0-ECAD-A574-6649-C548018706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6427" r="82873"/>
          <a:stretch>
            <a:fillRect/>
          </a:stretch>
        </p:blipFill>
        <p:spPr>
          <a:xfrm>
            <a:off x="9233628" y="1"/>
            <a:ext cx="2958372" cy="6105105"/>
          </a:xfrm>
          <a:custGeom>
            <a:avLst/>
            <a:gdLst>
              <a:gd name="connsiteX0" fmla="*/ 0 w 2958372"/>
              <a:gd name="connsiteY0" fmla="*/ 0 h 6105105"/>
              <a:gd name="connsiteX1" fmla="*/ 2958372 w 2958372"/>
              <a:gd name="connsiteY1" fmla="*/ 0 h 6105105"/>
              <a:gd name="connsiteX2" fmla="*/ 2958372 w 2958372"/>
              <a:gd name="connsiteY2" fmla="*/ 6105105 h 6105105"/>
              <a:gd name="connsiteX3" fmla="*/ 0 w 2958372"/>
              <a:gd name="connsiteY3" fmla="*/ 6105105 h 6105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58372" h="6105105">
                <a:moveTo>
                  <a:pt x="0" y="0"/>
                </a:moveTo>
                <a:lnTo>
                  <a:pt x="2958372" y="0"/>
                </a:lnTo>
                <a:lnTo>
                  <a:pt x="2958372" y="6105105"/>
                </a:lnTo>
                <a:lnTo>
                  <a:pt x="0" y="6105105"/>
                </a:lnTo>
                <a:close/>
              </a:path>
            </a:pathLst>
          </a:cu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98CD520B-B465-7A6D-37C4-8A060446902D}"/>
              </a:ext>
            </a:extLst>
          </p:cNvPr>
          <p:cNvSpPr/>
          <p:nvPr userDrawn="1"/>
        </p:nvSpPr>
        <p:spPr>
          <a:xfrm>
            <a:off x="2589592" y="723899"/>
            <a:ext cx="8870656" cy="780809"/>
          </a:xfrm>
          <a:prstGeom prst="rect">
            <a:avLst/>
          </a:prstGeom>
          <a:solidFill>
            <a:schemeClr val="bg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C4684B3-A8D3-6A9A-C264-95DFAD1C3FCE}"/>
              </a:ext>
            </a:extLst>
          </p:cNvPr>
          <p:cNvSpPr/>
          <p:nvPr/>
        </p:nvSpPr>
        <p:spPr>
          <a:xfrm>
            <a:off x="9300014" y="2633978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0AE1B9-1C14-F852-2B97-05DAA5F80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7336" y="722376"/>
            <a:ext cx="8870656" cy="76498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33B37-5F68-E267-936F-4CA547437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2221992"/>
            <a:ext cx="8284464" cy="3986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660BA33-D95F-4C82-419E-ADBE0C89155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C1E68FE-16F1-5C98-AEF6-0EAB9EA632CA}"/>
              </a:ext>
            </a:extLst>
          </p:cNvPr>
          <p:cNvSpPr/>
          <p:nvPr userDrawn="1"/>
        </p:nvSpPr>
        <p:spPr>
          <a:xfrm>
            <a:off x="732271" y="404734"/>
            <a:ext cx="10727977" cy="319166"/>
          </a:xfrm>
          <a:prstGeom prst="rect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Footer Placeholder 39">
            <a:extLst>
              <a:ext uri="{FF2B5EF4-FFF2-40B4-BE49-F238E27FC236}">
                <a16:creationId xmlns:a16="http://schemas.microsoft.com/office/drawing/2014/main" id="{8727F01E-45EF-F70F-2A04-1EA69A24634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1" name="Slide Number Placeholder 40">
            <a:extLst>
              <a:ext uri="{FF2B5EF4-FFF2-40B4-BE49-F238E27FC236}">
                <a16:creationId xmlns:a16="http://schemas.microsoft.com/office/drawing/2014/main" id="{C388A650-32E8-11EC-26EE-D260D1953D5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3136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raphic 76">
            <a:extLst>
              <a:ext uri="{FF2B5EF4-FFF2-40B4-BE49-F238E27FC236}">
                <a16:creationId xmlns:a16="http://schemas.microsoft.com/office/drawing/2014/main" id="{527CC80A-3410-5824-B06B-C4176A6BF4B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0145" t="-169" r="45423" b="28675"/>
          <a:stretch/>
        </p:blipFill>
        <p:spPr>
          <a:xfrm>
            <a:off x="-1" y="3467101"/>
            <a:ext cx="12192001" cy="3390899"/>
          </a:xfrm>
          <a:custGeom>
            <a:avLst/>
            <a:gdLst>
              <a:gd name="connsiteX0" fmla="*/ 0 w 12192001"/>
              <a:gd name="connsiteY0" fmla="*/ 0 h 3390899"/>
              <a:gd name="connsiteX1" fmla="*/ 12192001 w 12192001"/>
              <a:gd name="connsiteY1" fmla="*/ 0 h 3390899"/>
              <a:gd name="connsiteX2" fmla="*/ 12192001 w 12192001"/>
              <a:gd name="connsiteY2" fmla="*/ 2324100 h 3390899"/>
              <a:gd name="connsiteX3" fmla="*/ 12192001 w 12192001"/>
              <a:gd name="connsiteY3" fmla="*/ 3390899 h 3390899"/>
              <a:gd name="connsiteX4" fmla="*/ 0 w 12192001"/>
              <a:gd name="connsiteY4" fmla="*/ 3390899 h 3390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1" h="3390899">
                <a:moveTo>
                  <a:pt x="0" y="0"/>
                </a:moveTo>
                <a:lnTo>
                  <a:pt x="12192001" y="0"/>
                </a:lnTo>
                <a:lnTo>
                  <a:pt x="12192001" y="2324100"/>
                </a:lnTo>
                <a:lnTo>
                  <a:pt x="12192001" y="3390899"/>
                </a:lnTo>
                <a:lnTo>
                  <a:pt x="0" y="3390899"/>
                </a:lnTo>
                <a:close/>
              </a:path>
            </a:pathLst>
          </a:custGeom>
        </p:spPr>
      </p:pic>
      <p:sp>
        <p:nvSpPr>
          <p:cNvPr id="53" name="Title 1">
            <a:extLst>
              <a:ext uri="{FF2B5EF4-FFF2-40B4-BE49-F238E27FC236}">
                <a16:creationId xmlns:a16="http://schemas.microsoft.com/office/drawing/2014/main" id="{CB607447-86F1-863F-176B-E0B78D243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16152"/>
            <a:ext cx="8951976" cy="3191256"/>
          </a:xfrm>
        </p:spPr>
        <p:txBody>
          <a:bodyPr anchor="t">
            <a:noAutofit/>
          </a:bodyPr>
          <a:lstStyle>
            <a:lvl1pPr>
              <a:defRPr sz="5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7" name="Graphic 12">
            <a:extLst>
              <a:ext uri="{FF2B5EF4-FFF2-40B4-BE49-F238E27FC236}">
                <a16:creationId xmlns:a16="http://schemas.microsoft.com/office/drawing/2014/main" id="{E5105AB7-2E65-757B-FF2B-CFE19C5C87B7}"/>
              </a:ext>
            </a:extLst>
          </p:cNvPr>
          <p:cNvSpPr/>
          <p:nvPr userDrawn="1"/>
        </p:nvSpPr>
        <p:spPr>
          <a:xfrm rot="5400000" flipV="1">
            <a:off x="8634864" y="3426822"/>
            <a:ext cx="6355080" cy="2810"/>
          </a:xfrm>
          <a:custGeom>
            <a:avLst/>
            <a:gdLst>
              <a:gd name="connsiteX0" fmla="*/ 13912003 w 13911910"/>
              <a:gd name="connsiteY0" fmla="*/ 95 h 2810"/>
              <a:gd name="connsiteX1" fmla="*/ 93 w 13911910"/>
              <a:gd name="connsiteY1" fmla="*/ 95 h 2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911910" h="2810">
                <a:moveTo>
                  <a:pt x="13912003" y="95"/>
                </a:moveTo>
                <a:lnTo>
                  <a:pt x="93" y="95"/>
                </a:lnTo>
              </a:path>
            </a:pathLst>
          </a:custGeom>
          <a:noFill/>
          <a:ln w="508812" cap="sq">
            <a:solidFill>
              <a:schemeClr val="accent3">
                <a:alpha val="84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9" name="Graphic 12">
            <a:extLst>
              <a:ext uri="{FF2B5EF4-FFF2-40B4-BE49-F238E27FC236}">
                <a16:creationId xmlns:a16="http://schemas.microsoft.com/office/drawing/2014/main" id="{ECA42036-662E-03F7-941F-EDA42BEA5EDE}"/>
              </a:ext>
            </a:extLst>
          </p:cNvPr>
          <p:cNvSpPr/>
          <p:nvPr userDrawn="1"/>
        </p:nvSpPr>
        <p:spPr>
          <a:xfrm rot="5400000" flipV="1">
            <a:off x="7913504" y="3426822"/>
            <a:ext cx="6355080" cy="2810"/>
          </a:xfrm>
          <a:custGeom>
            <a:avLst/>
            <a:gdLst>
              <a:gd name="connsiteX0" fmla="*/ 13912003 w 13911910"/>
              <a:gd name="connsiteY0" fmla="*/ 95 h 2810"/>
              <a:gd name="connsiteX1" fmla="*/ 93 w 13911910"/>
              <a:gd name="connsiteY1" fmla="*/ 95 h 2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911910" h="2810">
                <a:moveTo>
                  <a:pt x="13912003" y="95"/>
                </a:moveTo>
                <a:lnTo>
                  <a:pt x="93" y="95"/>
                </a:lnTo>
              </a:path>
            </a:pathLst>
          </a:custGeom>
          <a:noFill/>
          <a:ln w="508812" cap="sq">
            <a:solidFill>
              <a:schemeClr val="accent3">
                <a:alpha val="84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" name="Freeform 47">
            <a:extLst>
              <a:ext uri="{FF2B5EF4-FFF2-40B4-BE49-F238E27FC236}">
                <a16:creationId xmlns:a16="http://schemas.microsoft.com/office/drawing/2014/main" id="{B90A79D3-C4F3-1056-F590-BFED7F28BC72}"/>
              </a:ext>
            </a:extLst>
          </p:cNvPr>
          <p:cNvSpPr/>
          <p:nvPr/>
        </p:nvSpPr>
        <p:spPr>
          <a:xfrm>
            <a:off x="685799" y="5342013"/>
            <a:ext cx="2157098" cy="1515987"/>
          </a:xfrm>
          <a:custGeom>
            <a:avLst/>
            <a:gdLst>
              <a:gd name="connsiteX0" fmla="*/ 1078549 w 2157098"/>
              <a:gd name="connsiteY0" fmla="*/ 0 h 1515987"/>
              <a:gd name="connsiteX1" fmla="*/ 2157098 w 2157098"/>
              <a:gd name="connsiteY1" fmla="*/ 1078549 h 1515987"/>
              <a:gd name="connsiteX2" fmla="*/ 2072340 w 2157098"/>
              <a:gd name="connsiteY2" fmla="*/ 1498369 h 1515987"/>
              <a:gd name="connsiteX3" fmla="*/ 2062778 w 2157098"/>
              <a:gd name="connsiteY3" fmla="*/ 1515987 h 1515987"/>
              <a:gd name="connsiteX4" fmla="*/ 94321 w 2157098"/>
              <a:gd name="connsiteY4" fmla="*/ 1515987 h 1515987"/>
              <a:gd name="connsiteX5" fmla="*/ 84758 w 2157098"/>
              <a:gd name="connsiteY5" fmla="*/ 1498369 h 1515987"/>
              <a:gd name="connsiteX6" fmla="*/ 0 w 2157098"/>
              <a:gd name="connsiteY6" fmla="*/ 1078549 h 1515987"/>
              <a:gd name="connsiteX7" fmla="*/ 1078549 w 2157098"/>
              <a:gd name="connsiteY7" fmla="*/ 0 h 1515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57098" h="1515987">
                <a:moveTo>
                  <a:pt x="1078549" y="0"/>
                </a:moveTo>
                <a:cubicBezTo>
                  <a:pt x="1674215" y="0"/>
                  <a:pt x="2157098" y="482883"/>
                  <a:pt x="2157098" y="1078549"/>
                </a:cubicBezTo>
                <a:cubicBezTo>
                  <a:pt x="2157098" y="1227466"/>
                  <a:pt x="2126918" y="1369333"/>
                  <a:pt x="2072340" y="1498369"/>
                </a:cubicBezTo>
                <a:lnTo>
                  <a:pt x="2062778" y="1515987"/>
                </a:lnTo>
                <a:lnTo>
                  <a:pt x="94321" y="1515987"/>
                </a:lnTo>
                <a:lnTo>
                  <a:pt x="84758" y="1498369"/>
                </a:lnTo>
                <a:cubicBezTo>
                  <a:pt x="30180" y="1369333"/>
                  <a:pt x="0" y="1227466"/>
                  <a:pt x="0" y="1078549"/>
                </a:cubicBezTo>
                <a:cubicBezTo>
                  <a:pt x="0" y="482883"/>
                  <a:pt x="482883" y="0"/>
                  <a:pt x="1078549" y="0"/>
                </a:cubicBezTo>
                <a:close/>
              </a:path>
            </a:pathLst>
          </a:custGeom>
          <a:solidFill>
            <a:schemeClr val="accent4">
              <a:alpha val="8321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1FFE4B3-23C8-22B1-E231-C5753166B687}"/>
              </a:ext>
            </a:extLst>
          </p:cNvPr>
          <p:cNvSpPr/>
          <p:nvPr/>
        </p:nvSpPr>
        <p:spPr>
          <a:xfrm>
            <a:off x="10905848" y="1063062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6" name="Graphic 25" hidden="1">
            <a:extLst>
              <a:ext uri="{FF2B5EF4-FFF2-40B4-BE49-F238E27FC236}">
                <a16:creationId xmlns:a16="http://schemas.microsoft.com/office/drawing/2014/main" id="{422E8005-83A8-3555-6EFB-842E78C629D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-162"/>
          <a:stretch/>
        </p:blipFill>
        <p:spPr>
          <a:xfrm>
            <a:off x="-6187440" y="1779373"/>
            <a:ext cx="20888725" cy="4583992"/>
          </a:xfrm>
          <a:custGeom>
            <a:avLst/>
            <a:gdLst>
              <a:gd name="connsiteX0" fmla="*/ 6153662 w 20854947"/>
              <a:gd name="connsiteY0" fmla="*/ 0 h 4583992"/>
              <a:gd name="connsiteX1" fmla="*/ 20854947 w 20854947"/>
              <a:gd name="connsiteY1" fmla="*/ 0 h 4583992"/>
              <a:gd name="connsiteX2" fmla="*/ 20854947 w 20854947"/>
              <a:gd name="connsiteY2" fmla="*/ 2190264 h 4583992"/>
              <a:gd name="connsiteX3" fmla="*/ 18345663 w 20854947"/>
              <a:gd name="connsiteY3" fmla="*/ 2190264 h 4583992"/>
              <a:gd name="connsiteX4" fmla="*/ 18345663 w 20854947"/>
              <a:gd name="connsiteY4" fmla="*/ 4583992 h 4583992"/>
              <a:gd name="connsiteX5" fmla="*/ 0 w 20854947"/>
              <a:gd name="connsiteY5" fmla="*/ 4583992 h 4583992"/>
              <a:gd name="connsiteX6" fmla="*/ 0 w 20854947"/>
              <a:gd name="connsiteY6" fmla="*/ 4313374 h 4583992"/>
              <a:gd name="connsiteX7" fmla="*/ 6153662 w 20854947"/>
              <a:gd name="connsiteY7" fmla="*/ 4313374 h 4583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854947" h="4583992">
                <a:moveTo>
                  <a:pt x="6153662" y="0"/>
                </a:moveTo>
                <a:lnTo>
                  <a:pt x="20854947" y="0"/>
                </a:lnTo>
                <a:lnTo>
                  <a:pt x="20854947" y="2190264"/>
                </a:lnTo>
                <a:lnTo>
                  <a:pt x="18345663" y="2190264"/>
                </a:lnTo>
                <a:lnTo>
                  <a:pt x="18345663" y="4583992"/>
                </a:lnTo>
                <a:lnTo>
                  <a:pt x="0" y="4583992"/>
                </a:lnTo>
                <a:lnTo>
                  <a:pt x="0" y="4313374"/>
                </a:lnTo>
                <a:lnTo>
                  <a:pt x="6153662" y="4313374"/>
                </a:lnTo>
                <a:close/>
              </a:path>
            </a:pathLst>
          </a:cu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354F95-4CC9-871D-2B3D-873AB0B213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4581144"/>
            <a:ext cx="6510528" cy="36576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76D8E3E3-8A4C-591F-3DAB-1D6E46AA4DB9}"/>
              </a:ext>
            </a:extLst>
          </p:cNvPr>
          <p:cNvSpPr/>
          <p:nvPr userDrawn="1"/>
        </p:nvSpPr>
        <p:spPr>
          <a:xfrm>
            <a:off x="11626517" y="1063062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7267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-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4EA91DE6-3A10-8EDA-34AB-D931B1792C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8116"/>
          <a:stretch>
            <a:fillRect/>
          </a:stretch>
        </p:blipFill>
        <p:spPr>
          <a:xfrm rot="5400000" flipH="1">
            <a:off x="9476084" y="1778851"/>
            <a:ext cx="4393983" cy="773351"/>
          </a:xfrm>
          <a:custGeom>
            <a:avLst/>
            <a:gdLst>
              <a:gd name="connsiteX0" fmla="*/ 4393983 w 4393983"/>
              <a:gd name="connsiteY0" fmla="*/ 773351 h 773351"/>
              <a:gd name="connsiteX1" fmla="*/ 4393983 w 4393983"/>
              <a:gd name="connsiteY1" fmla="*/ 0 h 773351"/>
              <a:gd name="connsiteX2" fmla="*/ 0 w 4393983"/>
              <a:gd name="connsiteY2" fmla="*/ 0 h 773351"/>
              <a:gd name="connsiteX3" fmla="*/ 0 w 4393983"/>
              <a:gd name="connsiteY3" fmla="*/ 773351 h 773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93983" h="773351">
                <a:moveTo>
                  <a:pt x="4393983" y="773351"/>
                </a:moveTo>
                <a:lnTo>
                  <a:pt x="4393983" y="0"/>
                </a:lnTo>
                <a:lnTo>
                  <a:pt x="0" y="0"/>
                </a:lnTo>
                <a:lnTo>
                  <a:pt x="0" y="773351"/>
                </a:lnTo>
                <a:close/>
              </a:path>
            </a:pathLst>
          </a:custGeom>
        </p:spPr>
      </p:pic>
      <p:sp>
        <p:nvSpPr>
          <p:cNvPr id="77" name="Rectangle 76">
            <a:extLst>
              <a:ext uri="{FF2B5EF4-FFF2-40B4-BE49-F238E27FC236}">
                <a16:creationId xmlns:a16="http://schemas.microsoft.com/office/drawing/2014/main" id="{06608174-ED17-1D4B-48DF-EA532646C797}"/>
              </a:ext>
            </a:extLst>
          </p:cNvPr>
          <p:cNvSpPr/>
          <p:nvPr userDrawn="1"/>
        </p:nvSpPr>
        <p:spPr>
          <a:xfrm>
            <a:off x="732271" y="723899"/>
            <a:ext cx="10727977" cy="780809"/>
          </a:xfrm>
          <a:prstGeom prst="rect">
            <a:avLst/>
          </a:prstGeom>
          <a:solidFill>
            <a:schemeClr val="bg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Title 74">
            <a:extLst>
              <a:ext uri="{FF2B5EF4-FFF2-40B4-BE49-F238E27FC236}">
                <a16:creationId xmlns:a16="http://schemas.microsoft.com/office/drawing/2014/main" id="{45C7CFA5-6EFF-944C-B5AF-967956876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941AE0A6-2671-E79C-548D-3AA4D5D9CB11}"/>
              </a:ext>
            </a:extLst>
          </p:cNvPr>
          <p:cNvSpPr/>
          <p:nvPr userDrawn="1"/>
        </p:nvSpPr>
        <p:spPr>
          <a:xfrm>
            <a:off x="732271" y="404734"/>
            <a:ext cx="10727977" cy="319166"/>
          </a:xfrm>
          <a:prstGeom prst="rect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42152D0E-B03D-CC17-D0CC-650AE3953FCF}"/>
              </a:ext>
            </a:extLst>
          </p:cNvPr>
          <p:cNvCxnSpPr>
            <a:cxnSpLocks/>
          </p:cNvCxnSpPr>
          <p:nvPr userDrawn="1"/>
        </p:nvCxnSpPr>
        <p:spPr>
          <a:xfrm>
            <a:off x="1655064" y="722376"/>
            <a:ext cx="0" cy="780808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3" name="Graphic 82">
            <a:extLst>
              <a:ext uri="{FF2B5EF4-FFF2-40B4-BE49-F238E27FC236}">
                <a16:creationId xmlns:a16="http://schemas.microsoft.com/office/drawing/2014/main" id="{65438DF6-6622-6EE4-F01A-D199CAE96D9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3498771">
            <a:off x="868523" y="778989"/>
            <a:ext cx="660389" cy="660389"/>
          </a:xfrm>
          <a:prstGeom prst="rect">
            <a:avLst/>
          </a:prstGeom>
        </p:spPr>
      </p:pic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9712EE3B-E131-C405-FCA7-8263094DF01B}"/>
              </a:ext>
            </a:extLst>
          </p:cNvPr>
          <p:cNvCxnSpPr>
            <a:cxnSpLocks/>
          </p:cNvCxnSpPr>
          <p:nvPr userDrawn="1"/>
        </p:nvCxnSpPr>
        <p:spPr>
          <a:xfrm>
            <a:off x="2593735" y="718779"/>
            <a:ext cx="0" cy="780808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phic 10">
            <a:extLst>
              <a:ext uri="{FF2B5EF4-FFF2-40B4-BE49-F238E27FC236}">
                <a16:creationId xmlns:a16="http://schemas.microsoft.com/office/drawing/2014/main" id="{3A3CEC7E-9097-B8E8-85C0-CDDB2AE614D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r="50956"/>
          <a:stretch>
            <a:fillRect/>
          </a:stretch>
        </p:blipFill>
        <p:spPr>
          <a:xfrm>
            <a:off x="6471911" y="2707661"/>
            <a:ext cx="5744279" cy="766881"/>
          </a:xfrm>
          <a:custGeom>
            <a:avLst/>
            <a:gdLst>
              <a:gd name="connsiteX0" fmla="*/ 0 w 5744279"/>
              <a:gd name="connsiteY0" fmla="*/ 0 h 766881"/>
              <a:gd name="connsiteX1" fmla="*/ 5744279 w 5744279"/>
              <a:gd name="connsiteY1" fmla="*/ 0 h 766881"/>
              <a:gd name="connsiteX2" fmla="*/ 5744279 w 5744279"/>
              <a:gd name="connsiteY2" fmla="*/ 766881 h 766881"/>
              <a:gd name="connsiteX3" fmla="*/ 0 w 5744279"/>
              <a:gd name="connsiteY3" fmla="*/ 766881 h 766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44279" h="766881">
                <a:moveTo>
                  <a:pt x="0" y="0"/>
                </a:moveTo>
                <a:lnTo>
                  <a:pt x="5744279" y="0"/>
                </a:lnTo>
                <a:lnTo>
                  <a:pt x="5744279" y="766881"/>
                </a:lnTo>
                <a:lnTo>
                  <a:pt x="0" y="766881"/>
                </a:lnTo>
                <a:close/>
              </a:path>
            </a:pathLst>
          </a:cu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96DCF26E-2BB7-CA60-73C4-CC02E6B54E83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55255"/>
          <a:stretch>
            <a:fillRect/>
          </a:stretch>
        </p:blipFill>
        <p:spPr>
          <a:xfrm>
            <a:off x="-50829" y="2707661"/>
            <a:ext cx="5240777" cy="766881"/>
          </a:xfrm>
          <a:custGeom>
            <a:avLst/>
            <a:gdLst>
              <a:gd name="connsiteX0" fmla="*/ 0 w 5240777"/>
              <a:gd name="connsiteY0" fmla="*/ 0 h 766881"/>
              <a:gd name="connsiteX1" fmla="*/ 5240777 w 5240777"/>
              <a:gd name="connsiteY1" fmla="*/ 0 h 766881"/>
              <a:gd name="connsiteX2" fmla="*/ 5240777 w 5240777"/>
              <a:gd name="connsiteY2" fmla="*/ 766881 h 766881"/>
              <a:gd name="connsiteX3" fmla="*/ 0 w 5240777"/>
              <a:gd name="connsiteY3" fmla="*/ 766881 h 766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40777" h="766881">
                <a:moveTo>
                  <a:pt x="0" y="0"/>
                </a:moveTo>
                <a:lnTo>
                  <a:pt x="5240777" y="0"/>
                </a:lnTo>
                <a:lnTo>
                  <a:pt x="5240777" y="766881"/>
                </a:lnTo>
                <a:lnTo>
                  <a:pt x="0" y="766881"/>
                </a:lnTo>
                <a:close/>
              </a:path>
            </a:pathLst>
          </a:cu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70074BFB-1FF4-E27D-E273-B30A1A926B24}"/>
              </a:ext>
            </a:extLst>
          </p:cNvPr>
          <p:cNvSpPr/>
          <p:nvPr userDrawn="1"/>
        </p:nvSpPr>
        <p:spPr>
          <a:xfrm>
            <a:off x="4032611" y="2039801"/>
            <a:ext cx="1989036" cy="19890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714380A-B062-A581-202E-A9250F901047}"/>
              </a:ext>
            </a:extLst>
          </p:cNvPr>
          <p:cNvSpPr/>
          <p:nvPr userDrawn="1"/>
        </p:nvSpPr>
        <p:spPr>
          <a:xfrm>
            <a:off x="6170354" y="2039801"/>
            <a:ext cx="1989036" cy="198903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72440E0-AFFD-74CD-6BF4-1208AAECF546}"/>
              </a:ext>
            </a:extLst>
          </p:cNvPr>
          <p:cNvSpPr/>
          <p:nvPr userDrawn="1"/>
        </p:nvSpPr>
        <p:spPr>
          <a:xfrm>
            <a:off x="6170354" y="4362518"/>
            <a:ext cx="1989036" cy="198903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DF24E9A-60F5-6DAB-FE7A-37F79F6F9AA9}"/>
              </a:ext>
            </a:extLst>
          </p:cNvPr>
          <p:cNvSpPr/>
          <p:nvPr userDrawn="1"/>
        </p:nvSpPr>
        <p:spPr>
          <a:xfrm>
            <a:off x="4032612" y="4362518"/>
            <a:ext cx="1989036" cy="198903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3" name="Freeform 16">
            <a:extLst>
              <a:ext uri="{FF2B5EF4-FFF2-40B4-BE49-F238E27FC236}">
                <a16:creationId xmlns:a16="http://schemas.microsoft.com/office/drawing/2014/main" id="{E4234E63-55EE-8BC8-D5B8-C9346AA39037}"/>
              </a:ext>
            </a:extLst>
          </p:cNvPr>
          <p:cNvSpPr/>
          <p:nvPr userDrawn="1"/>
        </p:nvSpPr>
        <p:spPr>
          <a:xfrm>
            <a:off x="624057" y="4000974"/>
            <a:ext cx="4046047" cy="1354794"/>
          </a:xfrm>
          <a:custGeom>
            <a:avLst/>
            <a:gdLst>
              <a:gd name="connsiteX0" fmla="*/ 0 w 4046047"/>
              <a:gd name="connsiteY0" fmla="*/ 0 h 1354794"/>
              <a:gd name="connsiteX1" fmla="*/ 4046047 w 4046047"/>
              <a:gd name="connsiteY1" fmla="*/ 530971 h 1354794"/>
              <a:gd name="connsiteX2" fmla="*/ 4046047 w 4046047"/>
              <a:gd name="connsiteY2" fmla="*/ 1354794 h 1354794"/>
              <a:gd name="connsiteX3" fmla="*/ 620191 w 4046047"/>
              <a:gd name="connsiteY3" fmla="*/ 1354794 h 1354794"/>
              <a:gd name="connsiteX4" fmla="*/ 0 w 4046047"/>
              <a:gd name="connsiteY4" fmla="*/ 783283 h 1354794"/>
              <a:gd name="connsiteX0" fmla="*/ 4046047 w 4137487"/>
              <a:gd name="connsiteY0" fmla="*/ 530971 h 1354794"/>
              <a:gd name="connsiteX1" fmla="*/ 4046047 w 4137487"/>
              <a:gd name="connsiteY1" fmla="*/ 1354794 h 1354794"/>
              <a:gd name="connsiteX2" fmla="*/ 620191 w 4137487"/>
              <a:gd name="connsiteY2" fmla="*/ 1354794 h 1354794"/>
              <a:gd name="connsiteX3" fmla="*/ 0 w 4137487"/>
              <a:gd name="connsiteY3" fmla="*/ 783283 h 1354794"/>
              <a:gd name="connsiteX4" fmla="*/ 0 w 4137487"/>
              <a:gd name="connsiteY4" fmla="*/ 0 h 1354794"/>
              <a:gd name="connsiteX5" fmla="*/ 4137487 w 4137487"/>
              <a:gd name="connsiteY5" fmla="*/ 622411 h 1354794"/>
              <a:gd name="connsiteX0" fmla="*/ 4046047 w 4137487"/>
              <a:gd name="connsiteY0" fmla="*/ 1354794 h 1354794"/>
              <a:gd name="connsiteX1" fmla="*/ 620191 w 4137487"/>
              <a:gd name="connsiteY1" fmla="*/ 1354794 h 1354794"/>
              <a:gd name="connsiteX2" fmla="*/ 0 w 4137487"/>
              <a:gd name="connsiteY2" fmla="*/ 783283 h 1354794"/>
              <a:gd name="connsiteX3" fmla="*/ 0 w 4137487"/>
              <a:gd name="connsiteY3" fmla="*/ 0 h 1354794"/>
              <a:gd name="connsiteX4" fmla="*/ 4137487 w 4137487"/>
              <a:gd name="connsiteY4" fmla="*/ 622411 h 1354794"/>
              <a:gd name="connsiteX0" fmla="*/ 4046047 w 4046047"/>
              <a:gd name="connsiteY0" fmla="*/ 1354794 h 1354794"/>
              <a:gd name="connsiteX1" fmla="*/ 620191 w 4046047"/>
              <a:gd name="connsiteY1" fmla="*/ 1354794 h 1354794"/>
              <a:gd name="connsiteX2" fmla="*/ 0 w 4046047"/>
              <a:gd name="connsiteY2" fmla="*/ 783283 h 1354794"/>
              <a:gd name="connsiteX3" fmla="*/ 0 w 4046047"/>
              <a:gd name="connsiteY3" fmla="*/ 0 h 13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46047" h="1354794">
                <a:moveTo>
                  <a:pt x="4046047" y="1354794"/>
                </a:moveTo>
                <a:lnTo>
                  <a:pt x="620191" y="1354794"/>
                </a:lnTo>
                <a:cubicBezTo>
                  <a:pt x="277669" y="1354794"/>
                  <a:pt x="0" y="1098920"/>
                  <a:pt x="0" y="783283"/>
                </a:cubicBezTo>
                <a:lnTo>
                  <a:pt x="0" y="0"/>
                </a:lnTo>
              </a:path>
            </a:pathLst>
          </a:custGeom>
          <a:noFill/>
          <a:ln w="762000" cap="rnd" cmpd="sng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529188"/>
                      <a:gd name="connsiteY0" fmla="*/ 588210 h 5854720"/>
                      <a:gd name="connsiteX1" fmla="*/ 588210 w 3529188"/>
                      <a:gd name="connsiteY1" fmla="*/ 0 h 5854720"/>
                      <a:gd name="connsiteX2" fmla="*/ 1223457 w 3529188"/>
                      <a:gd name="connsiteY2" fmla="*/ 0 h 5854720"/>
                      <a:gd name="connsiteX3" fmla="*/ 1788122 w 3529188"/>
                      <a:gd name="connsiteY3" fmla="*/ 0 h 5854720"/>
                      <a:gd name="connsiteX4" fmla="*/ 2329258 w 3529188"/>
                      <a:gd name="connsiteY4" fmla="*/ 0 h 5854720"/>
                      <a:gd name="connsiteX5" fmla="*/ 2940978 w 3529188"/>
                      <a:gd name="connsiteY5" fmla="*/ 0 h 5854720"/>
                      <a:gd name="connsiteX6" fmla="*/ 3529188 w 3529188"/>
                      <a:gd name="connsiteY6" fmla="*/ 588210 h 5854720"/>
                      <a:gd name="connsiteX7" fmla="*/ 3529188 w 3529188"/>
                      <a:gd name="connsiteY7" fmla="*/ 1172998 h 5854720"/>
                      <a:gd name="connsiteX8" fmla="*/ 3529188 w 3529188"/>
                      <a:gd name="connsiteY8" fmla="*/ 1851351 h 5854720"/>
                      <a:gd name="connsiteX9" fmla="*/ 3529188 w 3529188"/>
                      <a:gd name="connsiteY9" fmla="*/ 2295790 h 5854720"/>
                      <a:gd name="connsiteX10" fmla="*/ 3529188 w 3529188"/>
                      <a:gd name="connsiteY10" fmla="*/ 2880577 h 5854720"/>
                      <a:gd name="connsiteX11" fmla="*/ 3529188 w 3529188"/>
                      <a:gd name="connsiteY11" fmla="*/ 3465365 h 5854720"/>
                      <a:gd name="connsiteX12" fmla="*/ 3529188 w 3529188"/>
                      <a:gd name="connsiteY12" fmla="*/ 4003369 h 5854720"/>
                      <a:gd name="connsiteX13" fmla="*/ 3529188 w 3529188"/>
                      <a:gd name="connsiteY13" fmla="*/ 4681723 h 5854720"/>
                      <a:gd name="connsiteX14" fmla="*/ 3529188 w 3529188"/>
                      <a:gd name="connsiteY14" fmla="*/ 5266510 h 5854720"/>
                      <a:gd name="connsiteX15" fmla="*/ 2940978 w 3529188"/>
                      <a:gd name="connsiteY15" fmla="*/ 5854720 h 5854720"/>
                      <a:gd name="connsiteX16" fmla="*/ 2329258 w 3529188"/>
                      <a:gd name="connsiteY16" fmla="*/ 5854720 h 5854720"/>
                      <a:gd name="connsiteX17" fmla="*/ 1741066 w 3529188"/>
                      <a:gd name="connsiteY17" fmla="*/ 5854720 h 5854720"/>
                      <a:gd name="connsiteX18" fmla="*/ 1223457 w 3529188"/>
                      <a:gd name="connsiteY18" fmla="*/ 5854720 h 5854720"/>
                      <a:gd name="connsiteX19" fmla="*/ 588210 w 3529188"/>
                      <a:gd name="connsiteY19" fmla="*/ 5854720 h 5854720"/>
                      <a:gd name="connsiteX20" fmla="*/ 0 w 3529188"/>
                      <a:gd name="connsiteY20" fmla="*/ 5266510 h 5854720"/>
                      <a:gd name="connsiteX21" fmla="*/ 0 w 3529188"/>
                      <a:gd name="connsiteY21" fmla="*/ 4728506 h 5854720"/>
                      <a:gd name="connsiteX22" fmla="*/ 0 w 3529188"/>
                      <a:gd name="connsiteY22" fmla="*/ 4143718 h 5854720"/>
                      <a:gd name="connsiteX23" fmla="*/ 0 w 3529188"/>
                      <a:gd name="connsiteY23" fmla="*/ 3699280 h 5854720"/>
                      <a:gd name="connsiteX24" fmla="*/ 0 w 3529188"/>
                      <a:gd name="connsiteY24" fmla="*/ 3254841 h 5854720"/>
                      <a:gd name="connsiteX25" fmla="*/ 0 w 3529188"/>
                      <a:gd name="connsiteY25" fmla="*/ 2670054 h 5854720"/>
                      <a:gd name="connsiteX26" fmla="*/ 0 w 3529188"/>
                      <a:gd name="connsiteY26" fmla="*/ 2178832 h 5854720"/>
                      <a:gd name="connsiteX27" fmla="*/ 0 w 3529188"/>
                      <a:gd name="connsiteY27" fmla="*/ 1547262 h 5854720"/>
                      <a:gd name="connsiteX28" fmla="*/ 0 w 3529188"/>
                      <a:gd name="connsiteY28" fmla="*/ 588210 h 5854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3529188" h="5854720" extrusionOk="0">
                        <a:moveTo>
                          <a:pt x="0" y="588210"/>
                        </a:moveTo>
                        <a:cubicBezTo>
                          <a:pt x="-21018" y="250387"/>
                          <a:pt x="217110" y="17355"/>
                          <a:pt x="588210" y="0"/>
                        </a:cubicBezTo>
                        <a:cubicBezTo>
                          <a:pt x="876112" y="-19041"/>
                          <a:pt x="1081758" y="40565"/>
                          <a:pt x="1223457" y="0"/>
                        </a:cubicBezTo>
                        <a:cubicBezTo>
                          <a:pt x="1365156" y="-40565"/>
                          <a:pt x="1510790" y="32361"/>
                          <a:pt x="1788122" y="0"/>
                        </a:cubicBezTo>
                        <a:cubicBezTo>
                          <a:pt x="2065454" y="-32361"/>
                          <a:pt x="2196286" y="39632"/>
                          <a:pt x="2329258" y="0"/>
                        </a:cubicBezTo>
                        <a:cubicBezTo>
                          <a:pt x="2462230" y="-39632"/>
                          <a:pt x="2683114" y="2257"/>
                          <a:pt x="2940978" y="0"/>
                        </a:cubicBezTo>
                        <a:cubicBezTo>
                          <a:pt x="3297966" y="-66121"/>
                          <a:pt x="3475164" y="255078"/>
                          <a:pt x="3529188" y="588210"/>
                        </a:cubicBezTo>
                        <a:cubicBezTo>
                          <a:pt x="3574272" y="863780"/>
                          <a:pt x="3523626" y="966106"/>
                          <a:pt x="3529188" y="1172998"/>
                        </a:cubicBezTo>
                        <a:cubicBezTo>
                          <a:pt x="3534750" y="1379890"/>
                          <a:pt x="3465933" y="1644977"/>
                          <a:pt x="3529188" y="1851351"/>
                        </a:cubicBezTo>
                        <a:cubicBezTo>
                          <a:pt x="3592443" y="2057725"/>
                          <a:pt x="3511454" y="2169708"/>
                          <a:pt x="3529188" y="2295790"/>
                        </a:cubicBezTo>
                        <a:cubicBezTo>
                          <a:pt x="3546922" y="2421872"/>
                          <a:pt x="3527136" y="2693707"/>
                          <a:pt x="3529188" y="2880577"/>
                        </a:cubicBezTo>
                        <a:cubicBezTo>
                          <a:pt x="3531240" y="3067447"/>
                          <a:pt x="3482987" y="3173559"/>
                          <a:pt x="3529188" y="3465365"/>
                        </a:cubicBezTo>
                        <a:cubicBezTo>
                          <a:pt x="3575389" y="3757171"/>
                          <a:pt x="3528527" y="3785537"/>
                          <a:pt x="3529188" y="4003369"/>
                        </a:cubicBezTo>
                        <a:cubicBezTo>
                          <a:pt x="3529849" y="4221201"/>
                          <a:pt x="3513745" y="4519491"/>
                          <a:pt x="3529188" y="4681723"/>
                        </a:cubicBezTo>
                        <a:cubicBezTo>
                          <a:pt x="3544631" y="4843955"/>
                          <a:pt x="3526290" y="5077457"/>
                          <a:pt x="3529188" y="5266510"/>
                        </a:cubicBezTo>
                        <a:cubicBezTo>
                          <a:pt x="3495511" y="5596899"/>
                          <a:pt x="3239177" y="5836325"/>
                          <a:pt x="2940978" y="5854720"/>
                        </a:cubicBezTo>
                        <a:cubicBezTo>
                          <a:pt x="2728639" y="5898033"/>
                          <a:pt x="2496727" y="5784306"/>
                          <a:pt x="2329258" y="5854720"/>
                        </a:cubicBezTo>
                        <a:cubicBezTo>
                          <a:pt x="2161789" y="5925134"/>
                          <a:pt x="1866325" y="5847030"/>
                          <a:pt x="1741066" y="5854720"/>
                        </a:cubicBezTo>
                        <a:cubicBezTo>
                          <a:pt x="1615807" y="5862410"/>
                          <a:pt x="1395638" y="5831161"/>
                          <a:pt x="1223457" y="5854720"/>
                        </a:cubicBezTo>
                        <a:cubicBezTo>
                          <a:pt x="1051276" y="5878279"/>
                          <a:pt x="874717" y="5821346"/>
                          <a:pt x="588210" y="5854720"/>
                        </a:cubicBezTo>
                        <a:cubicBezTo>
                          <a:pt x="295355" y="5835736"/>
                          <a:pt x="-41219" y="5656806"/>
                          <a:pt x="0" y="5266510"/>
                        </a:cubicBezTo>
                        <a:cubicBezTo>
                          <a:pt x="-62082" y="5061492"/>
                          <a:pt x="63114" y="4919165"/>
                          <a:pt x="0" y="4728506"/>
                        </a:cubicBezTo>
                        <a:cubicBezTo>
                          <a:pt x="-63114" y="4537847"/>
                          <a:pt x="67598" y="4416595"/>
                          <a:pt x="0" y="4143718"/>
                        </a:cubicBezTo>
                        <a:cubicBezTo>
                          <a:pt x="-67598" y="3870841"/>
                          <a:pt x="47971" y="3804176"/>
                          <a:pt x="0" y="3699280"/>
                        </a:cubicBezTo>
                        <a:cubicBezTo>
                          <a:pt x="-47971" y="3594384"/>
                          <a:pt x="18838" y="3384689"/>
                          <a:pt x="0" y="3254841"/>
                        </a:cubicBezTo>
                        <a:cubicBezTo>
                          <a:pt x="-18838" y="3124993"/>
                          <a:pt x="36295" y="2896233"/>
                          <a:pt x="0" y="2670054"/>
                        </a:cubicBezTo>
                        <a:cubicBezTo>
                          <a:pt x="-36295" y="2443875"/>
                          <a:pt x="12293" y="2283397"/>
                          <a:pt x="0" y="2178832"/>
                        </a:cubicBezTo>
                        <a:cubicBezTo>
                          <a:pt x="-12293" y="2074267"/>
                          <a:pt x="42881" y="1673819"/>
                          <a:pt x="0" y="1547262"/>
                        </a:cubicBezTo>
                        <a:cubicBezTo>
                          <a:pt x="-42881" y="1420705"/>
                          <a:pt x="2387" y="914777"/>
                          <a:pt x="0" y="58821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 18">
            <a:extLst>
              <a:ext uri="{FF2B5EF4-FFF2-40B4-BE49-F238E27FC236}">
                <a16:creationId xmlns:a16="http://schemas.microsoft.com/office/drawing/2014/main" id="{9F752DEF-757A-19B9-7805-B7A70E94C5F2}"/>
              </a:ext>
            </a:extLst>
          </p:cNvPr>
          <p:cNvSpPr/>
          <p:nvPr userDrawn="1"/>
        </p:nvSpPr>
        <p:spPr>
          <a:xfrm flipH="1">
            <a:off x="544607" y="2735191"/>
            <a:ext cx="80439" cy="1697503"/>
          </a:xfrm>
          <a:custGeom>
            <a:avLst/>
            <a:gdLst>
              <a:gd name="connsiteX0" fmla="*/ 973027 w 5838044"/>
              <a:gd name="connsiteY0" fmla="*/ 0 h 7382204"/>
              <a:gd name="connsiteX1" fmla="*/ 4865018 w 5838044"/>
              <a:gd name="connsiteY1" fmla="*/ 0 h 7382204"/>
              <a:gd name="connsiteX2" fmla="*/ 5838044 w 5838044"/>
              <a:gd name="connsiteY2" fmla="*/ 973027 h 7382204"/>
              <a:gd name="connsiteX3" fmla="*/ 5838044 w 5838044"/>
              <a:gd name="connsiteY3" fmla="*/ 7382204 h 7382204"/>
              <a:gd name="connsiteX4" fmla="*/ 0 w 5838044"/>
              <a:gd name="connsiteY4" fmla="*/ 7382204 h 7382204"/>
              <a:gd name="connsiteX5" fmla="*/ 0 w 5838044"/>
              <a:gd name="connsiteY5" fmla="*/ 973027 h 7382204"/>
              <a:gd name="connsiteX6" fmla="*/ 973027 w 5838044"/>
              <a:gd name="connsiteY6" fmla="*/ 0 h 7382204"/>
              <a:gd name="connsiteX0" fmla="*/ 973027 w 5838044"/>
              <a:gd name="connsiteY0" fmla="*/ 0 h 7382204"/>
              <a:gd name="connsiteX1" fmla="*/ 4865018 w 5838044"/>
              <a:gd name="connsiteY1" fmla="*/ 0 h 7382204"/>
              <a:gd name="connsiteX2" fmla="*/ 5838044 w 5838044"/>
              <a:gd name="connsiteY2" fmla="*/ 973027 h 7382204"/>
              <a:gd name="connsiteX3" fmla="*/ 0 w 5838044"/>
              <a:gd name="connsiteY3" fmla="*/ 7382204 h 7382204"/>
              <a:gd name="connsiteX4" fmla="*/ 0 w 5838044"/>
              <a:gd name="connsiteY4" fmla="*/ 973027 h 7382204"/>
              <a:gd name="connsiteX5" fmla="*/ 973027 w 5838044"/>
              <a:gd name="connsiteY5" fmla="*/ 0 h 7382204"/>
              <a:gd name="connsiteX0" fmla="*/ 5838044 w 5929484"/>
              <a:gd name="connsiteY0" fmla="*/ 973027 h 7382204"/>
              <a:gd name="connsiteX1" fmla="*/ 0 w 5929484"/>
              <a:gd name="connsiteY1" fmla="*/ 7382204 h 7382204"/>
              <a:gd name="connsiteX2" fmla="*/ 0 w 5929484"/>
              <a:gd name="connsiteY2" fmla="*/ 973027 h 7382204"/>
              <a:gd name="connsiteX3" fmla="*/ 973027 w 5929484"/>
              <a:gd name="connsiteY3" fmla="*/ 0 h 7382204"/>
              <a:gd name="connsiteX4" fmla="*/ 4865018 w 5929484"/>
              <a:gd name="connsiteY4" fmla="*/ 0 h 7382204"/>
              <a:gd name="connsiteX5" fmla="*/ 5929484 w 5929484"/>
              <a:gd name="connsiteY5" fmla="*/ 1064467 h 7382204"/>
              <a:gd name="connsiteX0" fmla="*/ 5838044 w 5996391"/>
              <a:gd name="connsiteY0" fmla="*/ 973027 h 7382204"/>
              <a:gd name="connsiteX1" fmla="*/ 0 w 5996391"/>
              <a:gd name="connsiteY1" fmla="*/ 7382204 h 7382204"/>
              <a:gd name="connsiteX2" fmla="*/ 0 w 5996391"/>
              <a:gd name="connsiteY2" fmla="*/ 973027 h 7382204"/>
              <a:gd name="connsiteX3" fmla="*/ 973027 w 5996391"/>
              <a:gd name="connsiteY3" fmla="*/ 0 h 7382204"/>
              <a:gd name="connsiteX4" fmla="*/ 4865018 w 5996391"/>
              <a:gd name="connsiteY4" fmla="*/ 0 h 7382204"/>
              <a:gd name="connsiteX5" fmla="*/ 5996391 w 5996391"/>
              <a:gd name="connsiteY5" fmla="*/ 819140 h 7382204"/>
              <a:gd name="connsiteX0" fmla="*/ 5771136 w 5996391"/>
              <a:gd name="connsiteY0" fmla="*/ 4764441 h 7382204"/>
              <a:gd name="connsiteX1" fmla="*/ 0 w 5996391"/>
              <a:gd name="connsiteY1" fmla="*/ 7382204 h 7382204"/>
              <a:gd name="connsiteX2" fmla="*/ 0 w 5996391"/>
              <a:gd name="connsiteY2" fmla="*/ 973027 h 7382204"/>
              <a:gd name="connsiteX3" fmla="*/ 973027 w 5996391"/>
              <a:gd name="connsiteY3" fmla="*/ 0 h 7382204"/>
              <a:gd name="connsiteX4" fmla="*/ 4865018 w 5996391"/>
              <a:gd name="connsiteY4" fmla="*/ 0 h 7382204"/>
              <a:gd name="connsiteX5" fmla="*/ 5996391 w 5996391"/>
              <a:gd name="connsiteY5" fmla="*/ 819140 h 7382204"/>
              <a:gd name="connsiteX0" fmla="*/ 0 w 5996391"/>
              <a:gd name="connsiteY0" fmla="*/ 7382204 h 7382204"/>
              <a:gd name="connsiteX1" fmla="*/ 0 w 5996391"/>
              <a:gd name="connsiteY1" fmla="*/ 973027 h 7382204"/>
              <a:gd name="connsiteX2" fmla="*/ 973027 w 5996391"/>
              <a:gd name="connsiteY2" fmla="*/ 0 h 7382204"/>
              <a:gd name="connsiteX3" fmla="*/ 4865018 w 5996391"/>
              <a:gd name="connsiteY3" fmla="*/ 0 h 7382204"/>
              <a:gd name="connsiteX4" fmla="*/ 5996391 w 5996391"/>
              <a:gd name="connsiteY4" fmla="*/ 819140 h 7382204"/>
              <a:gd name="connsiteX0" fmla="*/ 0 w 4865018"/>
              <a:gd name="connsiteY0" fmla="*/ 7382204 h 7382204"/>
              <a:gd name="connsiteX1" fmla="*/ 0 w 4865018"/>
              <a:gd name="connsiteY1" fmla="*/ 973027 h 7382204"/>
              <a:gd name="connsiteX2" fmla="*/ 973027 w 4865018"/>
              <a:gd name="connsiteY2" fmla="*/ 0 h 7382204"/>
              <a:gd name="connsiteX3" fmla="*/ 4865018 w 4865018"/>
              <a:gd name="connsiteY3" fmla="*/ 0 h 7382204"/>
              <a:gd name="connsiteX0" fmla="*/ 0 w 973027"/>
              <a:gd name="connsiteY0" fmla="*/ 7382204 h 7382204"/>
              <a:gd name="connsiteX1" fmla="*/ 0 w 973027"/>
              <a:gd name="connsiteY1" fmla="*/ 973027 h 7382204"/>
              <a:gd name="connsiteX2" fmla="*/ 973027 w 973027"/>
              <a:gd name="connsiteY2" fmla="*/ 0 h 7382204"/>
              <a:gd name="connsiteX0" fmla="*/ 0 w 0"/>
              <a:gd name="connsiteY0" fmla="*/ 6409177 h 6409177"/>
              <a:gd name="connsiteX1" fmla="*/ 0 w 0"/>
              <a:gd name="connsiteY1" fmla="*/ 0 h 64091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6409177">
                <a:moveTo>
                  <a:pt x="0" y="6409177"/>
                </a:moveTo>
                <a:lnTo>
                  <a:pt x="0" y="0"/>
                </a:lnTo>
              </a:path>
            </a:pathLst>
          </a:custGeom>
          <a:noFill/>
          <a:ln w="762000" cap="rnd" cmpd="sng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529188"/>
                      <a:gd name="connsiteY0" fmla="*/ 588210 h 5854720"/>
                      <a:gd name="connsiteX1" fmla="*/ 588210 w 3529188"/>
                      <a:gd name="connsiteY1" fmla="*/ 0 h 5854720"/>
                      <a:gd name="connsiteX2" fmla="*/ 1223457 w 3529188"/>
                      <a:gd name="connsiteY2" fmla="*/ 0 h 5854720"/>
                      <a:gd name="connsiteX3" fmla="*/ 1788122 w 3529188"/>
                      <a:gd name="connsiteY3" fmla="*/ 0 h 5854720"/>
                      <a:gd name="connsiteX4" fmla="*/ 2329258 w 3529188"/>
                      <a:gd name="connsiteY4" fmla="*/ 0 h 5854720"/>
                      <a:gd name="connsiteX5" fmla="*/ 2940978 w 3529188"/>
                      <a:gd name="connsiteY5" fmla="*/ 0 h 5854720"/>
                      <a:gd name="connsiteX6" fmla="*/ 3529188 w 3529188"/>
                      <a:gd name="connsiteY6" fmla="*/ 588210 h 5854720"/>
                      <a:gd name="connsiteX7" fmla="*/ 3529188 w 3529188"/>
                      <a:gd name="connsiteY7" fmla="*/ 1172998 h 5854720"/>
                      <a:gd name="connsiteX8" fmla="*/ 3529188 w 3529188"/>
                      <a:gd name="connsiteY8" fmla="*/ 1851351 h 5854720"/>
                      <a:gd name="connsiteX9" fmla="*/ 3529188 w 3529188"/>
                      <a:gd name="connsiteY9" fmla="*/ 2295790 h 5854720"/>
                      <a:gd name="connsiteX10" fmla="*/ 3529188 w 3529188"/>
                      <a:gd name="connsiteY10" fmla="*/ 2880577 h 5854720"/>
                      <a:gd name="connsiteX11" fmla="*/ 3529188 w 3529188"/>
                      <a:gd name="connsiteY11" fmla="*/ 3465365 h 5854720"/>
                      <a:gd name="connsiteX12" fmla="*/ 3529188 w 3529188"/>
                      <a:gd name="connsiteY12" fmla="*/ 4003369 h 5854720"/>
                      <a:gd name="connsiteX13" fmla="*/ 3529188 w 3529188"/>
                      <a:gd name="connsiteY13" fmla="*/ 4681723 h 5854720"/>
                      <a:gd name="connsiteX14" fmla="*/ 3529188 w 3529188"/>
                      <a:gd name="connsiteY14" fmla="*/ 5266510 h 5854720"/>
                      <a:gd name="connsiteX15" fmla="*/ 2940978 w 3529188"/>
                      <a:gd name="connsiteY15" fmla="*/ 5854720 h 5854720"/>
                      <a:gd name="connsiteX16" fmla="*/ 2329258 w 3529188"/>
                      <a:gd name="connsiteY16" fmla="*/ 5854720 h 5854720"/>
                      <a:gd name="connsiteX17" fmla="*/ 1741066 w 3529188"/>
                      <a:gd name="connsiteY17" fmla="*/ 5854720 h 5854720"/>
                      <a:gd name="connsiteX18" fmla="*/ 1223457 w 3529188"/>
                      <a:gd name="connsiteY18" fmla="*/ 5854720 h 5854720"/>
                      <a:gd name="connsiteX19" fmla="*/ 588210 w 3529188"/>
                      <a:gd name="connsiteY19" fmla="*/ 5854720 h 5854720"/>
                      <a:gd name="connsiteX20" fmla="*/ 0 w 3529188"/>
                      <a:gd name="connsiteY20" fmla="*/ 5266510 h 5854720"/>
                      <a:gd name="connsiteX21" fmla="*/ 0 w 3529188"/>
                      <a:gd name="connsiteY21" fmla="*/ 4728506 h 5854720"/>
                      <a:gd name="connsiteX22" fmla="*/ 0 w 3529188"/>
                      <a:gd name="connsiteY22" fmla="*/ 4143718 h 5854720"/>
                      <a:gd name="connsiteX23" fmla="*/ 0 w 3529188"/>
                      <a:gd name="connsiteY23" fmla="*/ 3699280 h 5854720"/>
                      <a:gd name="connsiteX24" fmla="*/ 0 w 3529188"/>
                      <a:gd name="connsiteY24" fmla="*/ 3254841 h 5854720"/>
                      <a:gd name="connsiteX25" fmla="*/ 0 w 3529188"/>
                      <a:gd name="connsiteY25" fmla="*/ 2670054 h 5854720"/>
                      <a:gd name="connsiteX26" fmla="*/ 0 w 3529188"/>
                      <a:gd name="connsiteY26" fmla="*/ 2178832 h 5854720"/>
                      <a:gd name="connsiteX27" fmla="*/ 0 w 3529188"/>
                      <a:gd name="connsiteY27" fmla="*/ 1547262 h 5854720"/>
                      <a:gd name="connsiteX28" fmla="*/ 0 w 3529188"/>
                      <a:gd name="connsiteY28" fmla="*/ 588210 h 5854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3529188" h="5854720" extrusionOk="0">
                        <a:moveTo>
                          <a:pt x="0" y="588210"/>
                        </a:moveTo>
                        <a:cubicBezTo>
                          <a:pt x="-21018" y="250387"/>
                          <a:pt x="217110" y="17355"/>
                          <a:pt x="588210" y="0"/>
                        </a:cubicBezTo>
                        <a:cubicBezTo>
                          <a:pt x="876112" y="-19041"/>
                          <a:pt x="1081758" y="40565"/>
                          <a:pt x="1223457" y="0"/>
                        </a:cubicBezTo>
                        <a:cubicBezTo>
                          <a:pt x="1365156" y="-40565"/>
                          <a:pt x="1510790" y="32361"/>
                          <a:pt x="1788122" y="0"/>
                        </a:cubicBezTo>
                        <a:cubicBezTo>
                          <a:pt x="2065454" y="-32361"/>
                          <a:pt x="2196286" y="39632"/>
                          <a:pt x="2329258" y="0"/>
                        </a:cubicBezTo>
                        <a:cubicBezTo>
                          <a:pt x="2462230" y="-39632"/>
                          <a:pt x="2683114" y="2257"/>
                          <a:pt x="2940978" y="0"/>
                        </a:cubicBezTo>
                        <a:cubicBezTo>
                          <a:pt x="3297966" y="-66121"/>
                          <a:pt x="3475164" y="255078"/>
                          <a:pt x="3529188" y="588210"/>
                        </a:cubicBezTo>
                        <a:cubicBezTo>
                          <a:pt x="3574272" y="863780"/>
                          <a:pt x="3523626" y="966106"/>
                          <a:pt x="3529188" y="1172998"/>
                        </a:cubicBezTo>
                        <a:cubicBezTo>
                          <a:pt x="3534750" y="1379890"/>
                          <a:pt x="3465933" y="1644977"/>
                          <a:pt x="3529188" y="1851351"/>
                        </a:cubicBezTo>
                        <a:cubicBezTo>
                          <a:pt x="3592443" y="2057725"/>
                          <a:pt x="3511454" y="2169708"/>
                          <a:pt x="3529188" y="2295790"/>
                        </a:cubicBezTo>
                        <a:cubicBezTo>
                          <a:pt x="3546922" y="2421872"/>
                          <a:pt x="3527136" y="2693707"/>
                          <a:pt x="3529188" y="2880577"/>
                        </a:cubicBezTo>
                        <a:cubicBezTo>
                          <a:pt x="3531240" y="3067447"/>
                          <a:pt x="3482987" y="3173559"/>
                          <a:pt x="3529188" y="3465365"/>
                        </a:cubicBezTo>
                        <a:cubicBezTo>
                          <a:pt x="3575389" y="3757171"/>
                          <a:pt x="3528527" y="3785537"/>
                          <a:pt x="3529188" y="4003369"/>
                        </a:cubicBezTo>
                        <a:cubicBezTo>
                          <a:pt x="3529849" y="4221201"/>
                          <a:pt x="3513745" y="4519491"/>
                          <a:pt x="3529188" y="4681723"/>
                        </a:cubicBezTo>
                        <a:cubicBezTo>
                          <a:pt x="3544631" y="4843955"/>
                          <a:pt x="3526290" y="5077457"/>
                          <a:pt x="3529188" y="5266510"/>
                        </a:cubicBezTo>
                        <a:cubicBezTo>
                          <a:pt x="3495511" y="5596899"/>
                          <a:pt x="3239177" y="5836325"/>
                          <a:pt x="2940978" y="5854720"/>
                        </a:cubicBezTo>
                        <a:cubicBezTo>
                          <a:pt x="2728639" y="5898033"/>
                          <a:pt x="2496727" y="5784306"/>
                          <a:pt x="2329258" y="5854720"/>
                        </a:cubicBezTo>
                        <a:cubicBezTo>
                          <a:pt x="2161789" y="5925134"/>
                          <a:pt x="1866325" y="5847030"/>
                          <a:pt x="1741066" y="5854720"/>
                        </a:cubicBezTo>
                        <a:cubicBezTo>
                          <a:pt x="1615807" y="5862410"/>
                          <a:pt x="1395638" y="5831161"/>
                          <a:pt x="1223457" y="5854720"/>
                        </a:cubicBezTo>
                        <a:cubicBezTo>
                          <a:pt x="1051276" y="5878279"/>
                          <a:pt x="874717" y="5821346"/>
                          <a:pt x="588210" y="5854720"/>
                        </a:cubicBezTo>
                        <a:cubicBezTo>
                          <a:pt x="295355" y="5835736"/>
                          <a:pt x="-41219" y="5656806"/>
                          <a:pt x="0" y="5266510"/>
                        </a:cubicBezTo>
                        <a:cubicBezTo>
                          <a:pt x="-62082" y="5061492"/>
                          <a:pt x="63114" y="4919165"/>
                          <a:pt x="0" y="4728506"/>
                        </a:cubicBezTo>
                        <a:cubicBezTo>
                          <a:pt x="-63114" y="4537847"/>
                          <a:pt x="67598" y="4416595"/>
                          <a:pt x="0" y="4143718"/>
                        </a:cubicBezTo>
                        <a:cubicBezTo>
                          <a:pt x="-67598" y="3870841"/>
                          <a:pt x="47971" y="3804176"/>
                          <a:pt x="0" y="3699280"/>
                        </a:cubicBezTo>
                        <a:cubicBezTo>
                          <a:pt x="-47971" y="3594384"/>
                          <a:pt x="18838" y="3384689"/>
                          <a:pt x="0" y="3254841"/>
                        </a:cubicBezTo>
                        <a:cubicBezTo>
                          <a:pt x="-18838" y="3124993"/>
                          <a:pt x="36295" y="2896233"/>
                          <a:pt x="0" y="2670054"/>
                        </a:cubicBezTo>
                        <a:cubicBezTo>
                          <a:pt x="-36295" y="2443875"/>
                          <a:pt x="12293" y="2283397"/>
                          <a:pt x="0" y="2178832"/>
                        </a:cubicBezTo>
                        <a:cubicBezTo>
                          <a:pt x="-12293" y="2074267"/>
                          <a:pt x="42881" y="1673819"/>
                          <a:pt x="0" y="1547262"/>
                        </a:cubicBezTo>
                        <a:cubicBezTo>
                          <a:pt x="-42881" y="1420705"/>
                          <a:pt x="2387" y="914777"/>
                          <a:pt x="0" y="58821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 20">
            <a:extLst>
              <a:ext uri="{FF2B5EF4-FFF2-40B4-BE49-F238E27FC236}">
                <a16:creationId xmlns:a16="http://schemas.microsoft.com/office/drawing/2014/main" id="{6010C008-0418-12FF-A80A-05ECF85F5EB6}"/>
              </a:ext>
            </a:extLst>
          </p:cNvPr>
          <p:cNvSpPr/>
          <p:nvPr userDrawn="1"/>
        </p:nvSpPr>
        <p:spPr>
          <a:xfrm flipH="1">
            <a:off x="7620566" y="3973595"/>
            <a:ext cx="4046047" cy="1354794"/>
          </a:xfrm>
          <a:custGeom>
            <a:avLst/>
            <a:gdLst>
              <a:gd name="connsiteX0" fmla="*/ 0 w 4046047"/>
              <a:gd name="connsiteY0" fmla="*/ 0 h 1354794"/>
              <a:gd name="connsiteX1" fmla="*/ 4046047 w 4046047"/>
              <a:gd name="connsiteY1" fmla="*/ 530971 h 1354794"/>
              <a:gd name="connsiteX2" fmla="*/ 4046047 w 4046047"/>
              <a:gd name="connsiteY2" fmla="*/ 1354794 h 1354794"/>
              <a:gd name="connsiteX3" fmla="*/ 620191 w 4046047"/>
              <a:gd name="connsiteY3" fmla="*/ 1354794 h 1354794"/>
              <a:gd name="connsiteX4" fmla="*/ 0 w 4046047"/>
              <a:gd name="connsiteY4" fmla="*/ 783283 h 1354794"/>
              <a:gd name="connsiteX0" fmla="*/ 4046047 w 4137487"/>
              <a:gd name="connsiteY0" fmla="*/ 530971 h 1354794"/>
              <a:gd name="connsiteX1" fmla="*/ 4046047 w 4137487"/>
              <a:gd name="connsiteY1" fmla="*/ 1354794 h 1354794"/>
              <a:gd name="connsiteX2" fmla="*/ 620191 w 4137487"/>
              <a:gd name="connsiteY2" fmla="*/ 1354794 h 1354794"/>
              <a:gd name="connsiteX3" fmla="*/ 0 w 4137487"/>
              <a:gd name="connsiteY3" fmla="*/ 783283 h 1354794"/>
              <a:gd name="connsiteX4" fmla="*/ 0 w 4137487"/>
              <a:gd name="connsiteY4" fmla="*/ 0 h 1354794"/>
              <a:gd name="connsiteX5" fmla="*/ 4137487 w 4137487"/>
              <a:gd name="connsiteY5" fmla="*/ 622411 h 1354794"/>
              <a:gd name="connsiteX0" fmla="*/ 4046047 w 4137487"/>
              <a:gd name="connsiteY0" fmla="*/ 1354794 h 1354794"/>
              <a:gd name="connsiteX1" fmla="*/ 620191 w 4137487"/>
              <a:gd name="connsiteY1" fmla="*/ 1354794 h 1354794"/>
              <a:gd name="connsiteX2" fmla="*/ 0 w 4137487"/>
              <a:gd name="connsiteY2" fmla="*/ 783283 h 1354794"/>
              <a:gd name="connsiteX3" fmla="*/ 0 w 4137487"/>
              <a:gd name="connsiteY3" fmla="*/ 0 h 1354794"/>
              <a:gd name="connsiteX4" fmla="*/ 4137487 w 4137487"/>
              <a:gd name="connsiteY4" fmla="*/ 622411 h 1354794"/>
              <a:gd name="connsiteX0" fmla="*/ 4046047 w 4046047"/>
              <a:gd name="connsiteY0" fmla="*/ 1354794 h 1354794"/>
              <a:gd name="connsiteX1" fmla="*/ 620191 w 4046047"/>
              <a:gd name="connsiteY1" fmla="*/ 1354794 h 1354794"/>
              <a:gd name="connsiteX2" fmla="*/ 0 w 4046047"/>
              <a:gd name="connsiteY2" fmla="*/ 783283 h 1354794"/>
              <a:gd name="connsiteX3" fmla="*/ 0 w 4046047"/>
              <a:gd name="connsiteY3" fmla="*/ 0 h 13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46047" h="1354794">
                <a:moveTo>
                  <a:pt x="4046047" y="1354794"/>
                </a:moveTo>
                <a:lnTo>
                  <a:pt x="620191" y="1354794"/>
                </a:lnTo>
                <a:cubicBezTo>
                  <a:pt x="277669" y="1354794"/>
                  <a:pt x="0" y="1098920"/>
                  <a:pt x="0" y="783283"/>
                </a:cubicBezTo>
                <a:lnTo>
                  <a:pt x="0" y="0"/>
                </a:lnTo>
              </a:path>
            </a:pathLst>
          </a:custGeom>
          <a:noFill/>
          <a:ln w="762000" cap="rnd" cmpd="sng">
            <a:solidFill>
              <a:schemeClr val="accent4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529188"/>
                      <a:gd name="connsiteY0" fmla="*/ 588210 h 5854720"/>
                      <a:gd name="connsiteX1" fmla="*/ 588210 w 3529188"/>
                      <a:gd name="connsiteY1" fmla="*/ 0 h 5854720"/>
                      <a:gd name="connsiteX2" fmla="*/ 1223457 w 3529188"/>
                      <a:gd name="connsiteY2" fmla="*/ 0 h 5854720"/>
                      <a:gd name="connsiteX3" fmla="*/ 1788122 w 3529188"/>
                      <a:gd name="connsiteY3" fmla="*/ 0 h 5854720"/>
                      <a:gd name="connsiteX4" fmla="*/ 2329258 w 3529188"/>
                      <a:gd name="connsiteY4" fmla="*/ 0 h 5854720"/>
                      <a:gd name="connsiteX5" fmla="*/ 2940978 w 3529188"/>
                      <a:gd name="connsiteY5" fmla="*/ 0 h 5854720"/>
                      <a:gd name="connsiteX6" fmla="*/ 3529188 w 3529188"/>
                      <a:gd name="connsiteY6" fmla="*/ 588210 h 5854720"/>
                      <a:gd name="connsiteX7" fmla="*/ 3529188 w 3529188"/>
                      <a:gd name="connsiteY7" fmla="*/ 1172998 h 5854720"/>
                      <a:gd name="connsiteX8" fmla="*/ 3529188 w 3529188"/>
                      <a:gd name="connsiteY8" fmla="*/ 1851351 h 5854720"/>
                      <a:gd name="connsiteX9" fmla="*/ 3529188 w 3529188"/>
                      <a:gd name="connsiteY9" fmla="*/ 2295790 h 5854720"/>
                      <a:gd name="connsiteX10" fmla="*/ 3529188 w 3529188"/>
                      <a:gd name="connsiteY10" fmla="*/ 2880577 h 5854720"/>
                      <a:gd name="connsiteX11" fmla="*/ 3529188 w 3529188"/>
                      <a:gd name="connsiteY11" fmla="*/ 3465365 h 5854720"/>
                      <a:gd name="connsiteX12" fmla="*/ 3529188 w 3529188"/>
                      <a:gd name="connsiteY12" fmla="*/ 4003369 h 5854720"/>
                      <a:gd name="connsiteX13" fmla="*/ 3529188 w 3529188"/>
                      <a:gd name="connsiteY13" fmla="*/ 4681723 h 5854720"/>
                      <a:gd name="connsiteX14" fmla="*/ 3529188 w 3529188"/>
                      <a:gd name="connsiteY14" fmla="*/ 5266510 h 5854720"/>
                      <a:gd name="connsiteX15" fmla="*/ 2940978 w 3529188"/>
                      <a:gd name="connsiteY15" fmla="*/ 5854720 h 5854720"/>
                      <a:gd name="connsiteX16" fmla="*/ 2329258 w 3529188"/>
                      <a:gd name="connsiteY16" fmla="*/ 5854720 h 5854720"/>
                      <a:gd name="connsiteX17" fmla="*/ 1741066 w 3529188"/>
                      <a:gd name="connsiteY17" fmla="*/ 5854720 h 5854720"/>
                      <a:gd name="connsiteX18" fmla="*/ 1223457 w 3529188"/>
                      <a:gd name="connsiteY18" fmla="*/ 5854720 h 5854720"/>
                      <a:gd name="connsiteX19" fmla="*/ 588210 w 3529188"/>
                      <a:gd name="connsiteY19" fmla="*/ 5854720 h 5854720"/>
                      <a:gd name="connsiteX20" fmla="*/ 0 w 3529188"/>
                      <a:gd name="connsiteY20" fmla="*/ 5266510 h 5854720"/>
                      <a:gd name="connsiteX21" fmla="*/ 0 w 3529188"/>
                      <a:gd name="connsiteY21" fmla="*/ 4728506 h 5854720"/>
                      <a:gd name="connsiteX22" fmla="*/ 0 w 3529188"/>
                      <a:gd name="connsiteY22" fmla="*/ 4143718 h 5854720"/>
                      <a:gd name="connsiteX23" fmla="*/ 0 w 3529188"/>
                      <a:gd name="connsiteY23" fmla="*/ 3699280 h 5854720"/>
                      <a:gd name="connsiteX24" fmla="*/ 0 w 3529188"/>
                      <a:gd name="connsiteY24" fmla="*/ 3254841 h 5854720"/>
                      <a:gd name="connsiteX25" fmla="*/ 0 w 3529188"/>
                      <a:gd name="connsiteY25" fmla="*/ 2670054 h 5854720"/>
                      <a:gd name="connsiteX26" fmla="*/ 0 w 3529188"/>
                      <a:gd name="connsiteY26" fmla="*/ 2178832 h 5854720"/>
                      <a:gd name="connsiteX27" fmla="*/ 0 w 3529188"/>
                      <a:gd name="connsiteY27" fmla="*/ 1547262 h 5854720"/>
                      <a:gd name="connsiteX28" fmla="*/ 0 w 3529188"/>
                      <a:gd name="connsiteY28" fmla="*/ 588210 h 5854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3529188" h="5854720" extrusionOk="0">
                        <a:moveTo>
                          <a:pt x="0" y="588210"/>
                        </a:moveTo>
                        <a:cubicBezTo>
                          <a:pt x="-21018" y="250387"/>
                          <a:pt x="217110" y="17355"/>
                          <a:pt x="588210" y="0"/>
                        </a:cubicBezTo>
                        <a:cubicBezTo>
                          <a:pt x="876112" y="-19041"/>
                          <a:pt x="1081758" y="40565"/>
                          <a:pt x="1223457" y="0"/>
                        </a:cubicBezTo>
                        <a:cubicBezTo>
                          <a:pt x="1365156" y="-40565"/>
                          <a:pt x="1510790" y="32361"/>
                          <a:pt x="1788122" y="0"/>
                        </a:cubicBezTo>
                        <a:cubicBezTo>
                          <a:pt x="2065454" y="-32361"/>
                          <a:pt x="2196286" y="39632"/>
                          <a:pt x="2329258" y="0"/>
                        </a:cubicBezTo>
                        <a:cubicBezTo>
                          <a:pt x="2462230" y="-39632"/>
                          <a:pt x="2683114" y="2257"/>
                          <a:pt x="2940978" y="0"/>
                        </a:cubicBezTo>
                        <a:cubicBezTo>
                          <a:pt x="3297966" y="-66121"/>
                          <a:pt x="3475164" y="255078"/>
                          <a:pt x="3529188" y="588210"/>
                        </a:cubicBezTo>
                        <a:cubicBezTo>
                          <a:pt x="3574272" y="863780"/>
                          <a:pt x="3523626" y="966106"/>
                          <a:pt x="3529188" y="1172998"/>
                        </a:cubicBezTo>
                        <a:cubicBezTo>
                          <a:pt x="3534750" y="1379890"/>
                          <a:pt x="3465933" y="1644977"/>
                          <a:pt x="3529188" y="1851351"/>
                        </a:cubicBezTo>
                        <a:cubicBezTo>
                          <a:pt x="3592443" y="2057725"/>
                          <a:pt x="3511454" y="2169708"/>
                          <a:pt x="3529188" y="2295790"/>
                        </a:cubicBezTo>
                        <a:cubicBezTo>
                          <a:pt x="3546922" y="2421872"/>
                          <a:pt x="3527136" y="2693707"/>
                          <a:pt x="3529188" y="2880577"/>
                        </a:cubicBezTo>
                        <a:cubicBezTo>
                          <a:pt x="3531240" y="3067447"/>
                          <a:pt x="3482987" y="3173559"/>
                          <a:pt x="3529188" y="3465365"/>
                        </a:cubicBezTo>
                        <a:cubicBezTo>
                          <a:pt x="3575389" y="3757171"/>
                          <a:pt x="3528527" y="3785537"/>
                          <a:pt x="3529188" y="4003369"/>
                        </a:cubicBezTo>
                        <a:cubicBezTo>
                          <a:pt x="3529849" y="4221201"/>
                          <a:pt x="3513745" y="4519491"/>
                          <a:pt x="3529188" y="4681723"/>
                        </a:cubicBezTo>
                        <a:cubicBezTo>
                          <a:pt x="3544631" y="4843955"/>
                          <a:pt x="3526290" y="5077457"/>
                          <a:pt x="3529188" y="5266510"/>
                        </a:cubicBezTo>
                        <a:cubicBezTo>
                          <a:pt x="3495511" y="5596899"/>
                          <a:pt x="3239177" y="5836325"/>
                          <a:pt x="2940978" y="5854720"/>
                        </a:cubicBezTo>
                        <a:cubicBezTo>
                          <a:pt x="2728639" y="5898033"/>
                          <a:pt x="2496727" y="5784306"/>
                          <a:pt x="2329258" y="5854720"/>
                        </a:cubicBezTo>
                        <a:cubicBezTo>
                          <a:pt x="2161789" y="5925134"/>
                          <a:pt x="1866325" y="5847030"/>
                          <a:pt x="1741066" y="5854720"/>
                        </a:cubicBezTo>
                        <a:cubicBezTo>
                          <a:pt x="1615807" y="5862410"/>
                          <a:pt x="1395638" y="5831161"/>
                          <a:pt x="1223457" y="5854720"/>
                        </a:cubicBezTo>
                        <a:cubicBezTo>
                          <a:pt x="1051276" y="5878279"/>
                          <a:pt x="874717" y="5821346"/>
                          <a:pt x="588210" y="5854720"/>
                        </a:cubicBezTo>
                        <a:cubicBezTo>
                          <a:pt x="295355" y="5835736"/>
                          <a:pt x="-41219" y="5656806"/>
                          <a:pt x="0" y="5266510"/>
                        </a:cubicBezTo>
                        <a:cubicBezTo>
                          <a:pt x="-62082" y="5061492"/>
                          <a:pt x="63114" y="4919165"/>
                          <a:pt x="0" y="4728506"/>
                        </a:cubicBezTo>
                        <a:cubicBezTo>
                          <a:pt x="-63114" y="4537847"/>
                          <a:pt x="67598" y="4416595"/>
                          <a:pt x="0" y="4143718"/>
                        </a:cubicBezTo>
                        <a:cubicBezTo>
                          <a:pt x="-67598" y="3870841"/>
                          <a:pt x="47971" y="3804176"/>
                          <a:pt x="0" y="3699280"/>
                        </a:cubicBezTo>
                        <a:cubicBezTo>
                          <a:pt x="-47971" y="3594384"/>
                          <a:pt x="18838" y="3384689"/>
                          <a:pt x="0" y="3254841"/>
                        </a:cubicBezTo>
                        <a:cubicBezTo>
                          <a:pt x="-18838" y="3124993"/>
                          <a:pt x="36295" y="2896233"/>
                          <a:pt x="0" y="2670054"/>
                        </a:cubicBezTo>
                        <a:cubicBezTo>
                          <a:pt x="-36295" y="2443875"/>
                          <a:pt x="12293" y="2283397"/>
                          <a:pt x="0" y="2178832"/>
                        </a:cubicBezTo>
                        <a:cubicBezTo>
                          <a:pt x="-12293" y="2074267"/>
                          <a:pt x="42881" y="1673819"/>
                          <a:pt x="0" y="1547262"/>
                        </a:cubicBezTo>
                        <a:cubicBezTo>
                          <a:pt x="-42881" y="1420705"/>
                          <a:pt x="2387" y="914777"/>
                          <a:pt x="0" y="58821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59EEBCDC-BA3F-5868-75D6-7EB2B87115CB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59986"/>
          <a:stretch>
            <a:fillRect/>
          </a:stretch>
        </p:blipFill>
        <p:spPr>
          <a:xfrm>
            <a:off x="0" y="1420643"/>
            <a:ext cx="1014082" cy="1648983"/>
          </a:xfrm>
          <a:custGeom>
            <a:avLst/>
            <a:gdLst>
              <a:gd name="connsiteX0" fmla="*/ 0 w 1014082"/>
              <a:gd name="connsiteY0" fmla="*/ 0 h 1648983"/>
              <a:gd name="connsiteX1" fmla="*/ 1014082 w 1014082"/>
              <a:gd name="connsiteY1" fmla="*/ 0 h 1648983"/>
              <a:gd name="connsiteX2" fmla="*/ 1014082 w 1014082"/>
              <a:gd name="connsiteY2" fmla="*/ 1648983 h 1648983"/>
              <a:gd name="connsiteX3" fmla="*/ 0 w 1014082"/>
              <a:gd name="connsiteY3" fmla="*/ 1648983 h 1648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14082" h="1648983">
                <a:moveTo>
                  <a:pt x="0" y="0"/>
                </a:moveTo>
                <a:lnTo>
                  <a:pt x="1014082" y="0"/>
                </a:lnTo>
                <a:lnTo>
                  <a:pt x="1014082" y="1648983"/>
                </a:lnTo>
                <a:lnTo>
                  <a:pt x="0" y="1648983"/>
                </a:lnTo>
                <a:close/>
              </a:path>
            </a:pathLst>
          </a:cu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660BA33-D95F-4C82-419E-ADBE0C89155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45" name="Picture Placeholder 42">
            <a:extLst>
              <a:ext uri="{FF2B5EF4-FFF2-40B4-BE49-F238E27FC236}">
                <a16:creationId xmlns:a16="http://schemas.microsoft.com/office/drawing/2014/main" id="{085DE0BA-CA08-ED26-0A53-02D6FB61978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30203" y="2337393"/>
            <a:ext cx="1389888" cy="138988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6" name="Picture Placeholder 42">
            <a:extLst>
              <a:ext uri="{FF2B5EF4-FFF2-40B4-BE49-F238E27FC236}">
                <a16:creationId xmlns:a16="http://schemas.microsoft.com/office/drawing/2014/main" id="{70F05177-1747-10FB-B022-0A36F8F9193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469928" y="2339375"/>
            <a:ext cx="1389888" cy="1389888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0" name="Text Placeholder 47">
            <a:extLst>
              <a:ext uri="{FF2B5EF4-FFF2-40B4-BE49-F238E27FC236}">
                <a16:creationId xmlns:a16="http://schemas.microsoft.com/office/drawing/2014/main" id="{485E5AFC-758F-34A6-2FEC-6042921AB73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26514" y="5064875"/>
            <a:ext cx="2788920" cy="365760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47">
            <a:extLst>
              <a:ext uri="{FF2B5EF4-FFF2-40B4-BE49-F238E27FC236}">
                <a16:creationId xmlns:a16="http://schemas.microsoft.com/office/drawing/2014/main" id="{298713CC-F6D5-ED75-901B-4121FEC8436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71823" y="5032014"/>
            <a:ext cx="2788920" cy="36576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Text Placeholder 47">
            <a:extLst>
              <a:ext uri="{FF2B5EF4-FFF2-40B4-BE49-F238E27FC236}">
                <a16:creationId xmlns:a16="http://schemas.microsoft.com/office/drawing/2014/main" id="{FD30C172-4265-C1CA-4368-B347D34C9F6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126515" y="2795265"/>
            <a:ext cx="2788920" cy="365760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Text Placeholder 47">
            <a:extLst>
              <a:ext uri="{FF2B5EF4-FFF2-40B4-BE49-F238E27FC236}">
                <a16:creationId xmlns:a16="http://schemas.microsoft.com/office/drawing/2014/main" id="{E6400DD4-A698-8FC3-4A8E-02EA10BB4BF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71823" y="2794678"/>
            <a:ext cx="2788920" cy="36576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9" name="Text Placeholder 47">
            <a:extLst>
              <a:ext uri="{FF2B5EF4-FFF2-40B4-BE49-F238E27FC236}">
                <a16:creationId xmlns:a16="http://schemas.microsoft.com/office/drawing/2014/main" id="{630E151D-3E22-BE90-7A51-5ED7C9AD7C2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098143" y="3085049"/>
            <a:ext cx="2816352" cy="310896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47">
            <a:extLst>
              <a:ext uri="{FF2B5EF4-FFF2-40B4-BE49-F238E27FC236}">
                <a16:creationId xmlns:a16="http://schemas.microsoft.com/office/drawing/2014/main" id="{6A448965-125C-6EED-07B0-E98A656BBF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80067" y="3086146"/>
            <a:ext cx="2816352" cy="310896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2" name="Picture Placeholder 42">
            <a:extLst>
              <a:ext uri="{FF2B5EF4-FFF2-40B4-BE49-F238E27FC236}">
                <a16:creationId xmlns:a16="http://schemas.microsoft.com/office/drawing/2014/main" id="{9BD10ABF-0CBA-9D6F-30D9-4C5B717D2F6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332186" y="4662092"/>
            <a:ext cx="1389888" cy="138988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3" name="Picture Placeholder 42">
            <a:extLst>
              <a:ext uri="{FF2B5EF4-FFF2-40B4-BE49-F238E27FC236}">
                <a16:creationId xmlns:a16="http://schemas.microsoft.com/office/drawing/2014/main" id="{BA07108E-6273-D8A7-4270-9E51F53721B6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469928" y="4662092"/>
            <a:ext cx="1389888" cy="1389888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6" name="Text Placeholder 47">
            <a:extLst>
              <a:ext uri="{FF2B5EF4-FFF2-40B4-BE49-F238E27FC236}">
                <a16:creationId xmlns:a16="http://schemas.microsoft.com/office/drawing/2014/main" id="{6E2529DA-6F13-4B74-5C48-2FDB0911FF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284732" y="5337865"/>
            <a:ext cx="2816352" cy="310896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4" name="Text Placeholder 47">
            <a:extLst>
              <a:ext uri="{FF2B5EF4-FFF2-40B4-BE49-F238E27FC236}">
                <a16:creationId xmlns:a16="http://schemas.microsoft.com/office/drawing/2014/main" id="{DDB95F67-F2A0-C836-D292-8E7A6E4B1CC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107814" y="5335932"/>
            <a:ext cx="2816352" cy="310896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C414FD-C705-79D9-78A9-63DB36DC2A3B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DD574B-2DC0-07BF-5573-0917979F78EA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1780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-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15B61940-E61B-59FA-753F-E3122D288C5B}"/>
              </a:ext>
            </a:extLst>
          </p:cNvPr>
          <p:cNvSpPr/>
          <p:nvPr userDrawn="1"/>
        </p:nvSpPr>
        <p:spPr>
          <a:xfrm>
            <a:off x="1314365" y="1922787"/>
            <a:ext cx="1591489" cy="15914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48AA701-7A67-C49D-4314-407AF753DDE7}"/>
              </a:ext>
            </a:extLst>
          </p:cNvPr>
          <p:cNvSpPr/>
          <p:nvPr userDrawn="1"/>
        </p:nvSpPr>
        <p:spPr>
          <a:xfrm>
            <a:off x="3895640" y="1922787"/>
            <a:ext cx="1591489" cy="159148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CC8E6E4-F551-385C-FB82-E0DC1F41683A}"/>
              </a:ext>
            </a:extLst>
          </p:cNvPr>
          <p:cNvSpPr/>
          <p:nvPr userDrawn="1"/>
        </p:nvSpPr>
        <p:spPr>
          <a:xfrm>
            <a:off x="6476915" y="1922787"/>
            <a:ext cx="1591489" cy="159148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29C42C5-603C-FCCB-D730-0AD61CFA4CC2}"/>
              </a:ext>
            </a:extLst>
          </p:cNvPr>
          <p:cNvSpPr/>
          <p:nvPr userDrawn="1"/>
        </p:nvSpPr>
        <p:spPr>
          <a:xfrm>
            <a:off x="9058190" y="1922787"/>
            <a:ext cx="1591489" cy="159148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06608174-ED17-1D4B-48DF-EA532646C797}"/>
              </a:ext>
            </a:extLst>
          </p:cNvPr>
          <p:cNvSpPr/>
          <p:nvPr userDrawn="1"/>
        </p:nvSpPr>
        <p:spPr>
          <a:xfrm>
            <a:off x="732271" y="723899"/>
            <a:ext cx="10727977" cy="780809"/>
          </a:xfrm>
          <a:prstGeom prst="rect">
            <a:avLst/>
          </a:prstGeom>
          <a:solidFill>
            <a:schemeClr val="bg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941AE0A6-2671-E79C-548D-3AA4D5D9CB11}"/>
              </a:ext>
            </a:extLst>
          </p:cNvPr>
          <p:cNvSpPr/>
          <p:nvPr userDrawn="1"/>
        </p:nvSpPr>
        <p:spPr>
          <a:xfrm>
            <a:off x="732271" y="404734"/>
            <a:ext cx="10727977" cy="319166"/>
          </a:xfrm>
          <a:prstGeom prst="rect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42152D0E-B03D-CC17-D0CC-650AE3953FCF}"/>
              </a:ext>
            </a:extLst>
          </p:cNvPr>
          <p:cNvCxnSpPr>
            <a:cxnSpLocks/>
          </p:cNvCxnSpPr>
          <p:nvPr userDrawn="1"/>
        </p:nvCxnSpPr>
        <p:spPr>
          <a:xfrm>
            <a:off x="1655064" y="722376"/>
            <a:ext cx="0" cy="780808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3" name="Graphic 82">
            <a:extLst>
              <a:ext uri="{FF2B5EF4-FFF2-40B4-BE49-F238E27FC236}">
                <a16:creationId xmlns:a16="http://schemas.microsoft.com/office/drawing/2014/main" id="{65438DF6-6622-6EE4-F01A-D199CAE96D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3498771">
            <a:off x="868523" y="778989"/>
            <a:ext cx="660389" cy="660389"/>
          </a:xfrm>
          <a:prstGeom prst="rect">
            <a:avLst/>
          </a:prstGeom>
        </p:spPr>
      </p:pic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9712EE3B-E131-C405-FCA7-8263094DF01B}"/>
              </a:ext>
            </a:extLst>
          </p:cNvPr>
          <p:cNvCxnSpPr>
            <a:cxnSpLocks/>
          </p:cNvCxnSpPr>
          <p:nvPr userDrawn="1"/>
        </p:nvCxnSpPr>
        <p:spPr>
          <a:xfrm>
            <a:off x="2593735" y="718779"/>
            <a:ext cx="0" cy="780808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660BA33-D95F-4C82-419E-ADBE0C89155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45" name="Picture Placeholder 42">
            <a:extLst>
              <a:ext uri="{FF2B5EF4-FFF2-40B4-BE49-F238E27FC236}">
                <a16:creationId xmlns:a16="http://schemas.microsoft.com/office/drawing/2014/main" id="{085DE0BA-CA08-ED26-0A53-02D6FB619788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1524893" y="2133315"/>
            <a:ext cx="1170432" cy="1170432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6" name="Picture Placeholder 42">
            <a:extLst>
              <a:ext uri="{FF2B5EF4-FFF2-40B4-BE49-F238E27FC236}">
                <a16:creationId xmlns:a16="http://schemas.microsoft.com/office/drawing/2014/main" id="{70F05177-1747-10FB-B022-0A36F8F91931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4106168" y="2133315"/>
            <a:ext cx="1170432" cy="1170432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0" name="Text Placeholder 47">
            <a:extLst>
              <a:ext uri="{FF2B5EF4-FFF2-40B4-BE49-F238E27FC236}">
                <a16:creationId xmlns:a16="http://schemas.microsoft.com/office/drawing/2014/main" id="{485E5AFC-758F-34A6-2FEC-6042921AB73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53328" y="3575304"/>
            <a:ext cx="2441448" cy="36576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47">
            <a:extLst>
              <a:ext uri="{FF2B5EF4-FFF2-40B4-BE49-F238E27FC236}">
                <a16:creationId xmlns:a16="http://schemas.microsoft.com/office/drawing/2014/main" id="{298713CC-F6D5-ED75-901B-4121FEC8436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31936" y="3575304"/>
            <a:ext cx="2441448" cy="36576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Text Placeholder 47">
            <a:extLst>
              <a:ext uri="{FF2B5EF4-FFF2-40B4-BE49-F238E27FC236}">
                <a16:creationId xmlns:a16="http://schemas.microsoft.com/office/drawing/2014/main" id="{FD30C172-4265-C1CA-4368-B347D34C9F6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86968" y="3575304"/>
            <a:ext cx="2441448" cy="36576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Text Placeholder 47">
            <a:extLst>
              <a:ext uri="{FF2B5EF4-FFF2-40B4-BE49-F238E27FC236}">
                <a16:creationId xmlns:a16="http://schemas.microsoft.com/office/drawing/2014/main" id="{E6400DD4-A698-8FC3-4A8E-02EA10BB4BF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74720" y="3575304"/>
            <a:ext cx="2441448" cy="36576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9" name="Text Placeholder 47">
            <a:extLst>
              <a:ext uri="{FF2B5EF4-FFF2-40B4-BE49-F238E27FC236}">
                <a16:creationId xmlns:a16="http://schemas.microsoft.com/office/drawing/2014/main" id="{630E151D-3E22-BE90-7A51-5ED7C9AD7C2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86968" y="3867912"/>
            <a:ext cx="2441448" cy="310896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47">
            <a:extLst>
              <a:ext uri="{FF2B5EF4-FFF2-40B4-BE49-F238E27FC236}">
                <a16:creationId xmlns:a16="http://schemas.microsoft.com/office/drawing/2014/main" id="{6A448965-125C-6EED-07B0-E98A656BBF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474720" y="3867912"/>
            <a:ext cx="2441448" cy="310896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2" name="Picture Placeholder 42">
            <a:extLst>
              <a:ext uri="{FF2B5EF4-FFF2-40B4-BE49-F238E27FC236}">
                <a16:creationId xmlns:a16="http://schemas.microsoft.com/office/drawing/2014/main" id="{9BD10ABF-0CBA-9D6F-30D9-4C5B717D2F65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>
          <a:xfrm>
            <a:off x="6687443" y="2133315"/>
            <a:ext cx="1170432" cy="117043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3" name="Picture Placeholder 42">
            <a:extLst>
              <a:ext uri="{FF2B5EF4-FFF2-40B4-BE49-F238E27FC236}">
                <a16:creationId xmlns:a16="http://schemas.microsoft.com/office/drawing/2014/main" id="{BA07108E-6273-D8A7-4270-9E51F53721B6}"/>
              </a:ext>
            </a:extLst>
          </p:cNvPr>
          <p:cNvSpPr>
            <a:spLocks noGrp="1" noChangeAspect="1"/>
          </p:cNvSpPr>
          <p:nvPr>
            <p:ph type="pic" sz="quarter" idx="25"/>
          </p:nvPr>
        </p:nvSpPr>
        <p:spPr>
          <a:xfrm>
            <a:off x="9268718" y="2133315"/>
            <a:ext cx="1170432" cy="1170432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6" name="Text Placeholder 47">
            <a:extLst>
              <a:ext uri="{FF2B5EF4-FFF2-40B4-BE49-F238E27FC236}">
                <a16:creationId xmlns:a16="http://schemas.microsoft.com/office/drawing/2014/main" id="{6E2529DA-6F13-4B74-5C48-2FDB0911FF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31936" y="3867912"/>
            <a:ext cx="2441448" cy="310896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4" name="Text Placeholder 47">
            <a:extLst>
              <a:ext uri="{FF2B5EF4-FFF2-40B4-BE49-F238E27FC236}">
                <a16:creationId xmlns:a16="http://schemas.microsoft.com/office/drawing/2014/main" id="{DDB95F67-F2A0-C836-D292-8E7A6E4B1CC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053328" y="3867912"/>
            <a:ext cx="2441448" cy="310896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5" name="Title 74">
            <a:extLst>
              <a:ext uri="{FF2B5EF4-FFF2-40B4-BE49-F238E27FC236}">
                <a16:creationId xmlns:a16="http://schemas.microsoft.com/office/drawing/2014/main" id="{45C7CFA5-6EFF-944C-B5AF-967956876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CCCB2D5-E906-485E-2E26-F407AF7990EE}"/>
              </a:ext>
            </a:extLst>
          </p:cNvPr>
          <p:cNvSpPr/>
          <p:nvPr userDrawn="1"/>
        </p:nvSpPr>
        <p:spPr>
          <a:xfrm>
            <a:off x="1314365" y="4348233"/>
            <a:ext cx="1591489" cy="159148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08273C2-3AD4-6120-E47A-26DB07BBD95D}"/>
              </a:ext>
            </a:extLst>
          </p:cNvPr>
          <p:cNvSpPr/>
          <p:nvPr userDrawn="1"/>
        </p:nvSpPr>
        <p:spPr>
          <a:xfrm>
            <a:off x="3895640" y="4348233"/>
            <a:ext cx="1591489" cy="159148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2F43D3C-5856-8C0F-0F96-72BD06ABE36F}"/>
              </a:ext>
            </a:extLst>
          </p:cNvPr>
          <p:cNvSpPr/>
          <p:nvPr userDrawn="1"/>
        </p:nvSpPr>
        <p:spPr>
          <a:xfrm>
            <a:off x="6476915" y="4348233"/>
            <a:ext cx="1591489" cy="159148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185EECC-2E1F-A706-B285-3F50DE4E325D}"/>
              </a:ext>
            </a:extLst>
          </p:cNvPr>
          <p:cNvSpPr/>
          <p:nvPr userDrawn="1"/>
        </p:nvSpPr>
        <p:spPr>
          <a:xfrm>
            <a:off x="9058190" y="4348233"/>
            <a:ext cx="1591489" cy="15914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1" name="Picture Placeholder 42">
            <a:extLst>
              <a:ext uri="{FF2B5EF4-FFF2-40B4-BE49-F238E27FC236}">
                <a16:creationId xmlns:a16="http://schemas.microsoft.com/office/drawing/2014/main" id="{68BB68C2-C6BF-C6F9-8006-0D20E4119CDC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1524893" y="4558761"/>
            <a:ext cx="1170432" cy="1170432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42">
            <a:extLst>
              <a:ext uri="{FF2B5EF4-FFF2-40B4-BE49-F238E27FC236}">
                <a16:creationId xmlns:a16="http://schemas.microsoft.com/office/drawing/2014/main" id="{7ED2CB41-D537-2DB4-7393-38B54A68A24F}"/>
              </a:ext>
            </a:extLst>
          </p:cNvPr>
          <p:cNvSpPr>
            <a:spLocks noGrp="1" noChangeAspect="1"/>
          </p:cNvSpPr>
          <p:nvPr>
            <p:ph type="pic" sz="quarter" idx="27"/>
          </p:nvPr>
        </p:nvSpPr>
        <p:spPr>
          <a:xfrm>
            <a:off x="4106168" y="4558761"/>
            <a:ext cx="1170432" cy="117043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Text Placeholder 47">
            <a:extLst>
              <a:ext uri="{FF2B5EF4-FFF2-40B4-BE49-F238E27FC236}">
                <a16:creationId xmlns:a16="http://schemas.microsoft.com/office/drawing/2014/main" id="{BBFB738A-B417-1ECD-CD63-3482F41BC56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053328" y="6000750"/>
            <a:ext cx="2441448" cy="36576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7">
            <a:extLst>
              <a:ext uri="{FF2B5EF4-FFF2-40B4-BE49-F238E27FC236}">
                <a16:creationId xmlns:a16="http://schemas.microsoft.com/office/drawing/2014/main" id="{2D5357B5-C3E2-7F93-1D38-5A371EEEF56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8631936" y="6000750"/>
            <a:ext cx="2441448" cy="36576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7">
            <a:extLst>
              <a:ext uri="{FF2B5EF4-FFF2-40B4-BE49-F238E27FC236}">
                <a16:creationId xmlns:a16="http://schemas.microsoft.com/office/drawing/2014/main" id="{F3A2EC5D-9943-7E84-56FB-B58A67C0550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86968" y="6000750"/>
            <a:ext cx="2441448" cy="36576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47">
            <a:extLst>
              <a:ext uri="{FF2B5EF4-FFF2-40B4-BE49-F238E27FC236}">
                <a16:creationId xmlns:a16="http://schemas.microsoft.com/office/drawing/2014/main" id="{DE78D7B0-18B2-66C2-EA4E-90629F60BFA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474720" y="6000750"/>
            <a:ext cx="2441448" cy="36576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7">
            <a:extLst>
              <a:ext uri="{FF2B5EF4-FFF2-40B4-BE49-F238E27FC236}">
                <a16:creationId xmlns:a16="http://schemas.microsoft.com/office/drawing/2014/main" id="{A171817E-40B4-8D03-2F00-07A0200ABC8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86968" y="6293358"/>
            <a:ext cx="2441448" cy="310896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47">
            <a:extLst>
              <a:ext uri="{FF2B5EF4-FFF2-40B4-BE49-F238E27FC236}">
                <a16:creationId xmlns:a16="http://schemas.microsoft.com/office/drawing/2014/main" id="{7CB4D57A-D57F-A9A7-E242-62A0EFB9034B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474720" y="6293358"/>
            <a:ext cx="2441448" cy="310896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42">
            <a:extLst>
              <a:ext uri="{FF2B5EF4-FFF2-40B4-BE49-F238E27FC236}">
                <a16:creationId xmlns:a16="http://schemas.microsoft.com/office/drawing/2014/main" id="{CABD2581-C1DD-BCD8-B303-D442E2826A57}"/>
              </a:ext>
            </a:extLst>
          </p:cNvPr>
          <p:cNvSpPr>
            <a:spLocks noGrp="1" noChangeAspect="1"/>
          </p:cNvSpPr>
          <p:nvPr>
            <p:ph type="pic" sz="quarter" idx="34"/>
          </p:nvPr>
        </p:nvSpPr>
        <p:spPr>
          <a:xfrm>
            <a:off x="6687443" y="4558761"/>
            <a:ext cx="1170432" cy="1170432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42">
            <a:extLst>
              <a:ext uri="{FF2B5EF4-FFF2-40B4-BE49-F238E27FC236}">
                <a16:creationId xmlns:a16="http://schemas.microsoft.com/office/drawing/2014/main" id="{69C46305-033A-D1D0-006B-CA534D171213}"/>
              </a:ext>
            </a:extLst>
          </p:cNvPr>
          <p:cNvSpPr>
            <a:spLocks noGrp="1" noChangeAspect="1"/>
          </p:cNvSpPr>
          <p:nvPr>
            <p:ph type="pic" sz="quarter" idx="35"/>
          </p:nvPr>
        </p:nvSpPr>
        <p:spPr>
          <a:xfrm>
            <a:off x="9268718" y="4558761"/>
            <a:ext cx="1170432" cy="1170432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Text Placeholder 47">
            <a:extLst>
              <a:ext uri="{FF2B5EF4-FFF2-40B4-BE49-F238E27FC236}">
                <a16:creationId xmlns:a16="http://schemas.microsoft.com/office/drawing/2014/main" id="{8A2F0738-422D-8670-FFDD-4DD9CC8579D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631936" y="6293358"/>
            <a:ext cx="2441448" cy="310896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47">
            <a:extLst>
              <a:ext uri="{FF2B5EF4-FFF2-40B4-BE49-F238E27FC236}">
                <a16:creationId xmlns:a16="http://schemas.microsoft.com/office/drawing/2014/main" id="{83236D35-4927-EB6F-1700-660A0790337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053328" y="6293358"/>
            <a:ext cx="2441448" cy="310896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F9D1D0-8763-3145-447C-B59E4A8FC6EC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8818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AE1B9-1C14-F852-2B97-05DAA5F80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33B37-5F68-E267-936F-4CA547437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5732" y="1825625"/>
            <a:ext cx="886053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06D563D3-0A67-7027-7E6A-4A1CC1EFC6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253299D-623D-C544-F0BB-1CFBDADB60B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4DFB546-9FE5-4620-5D33-4097901B71B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8279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CEF658BC-1431-0DE4-1239-3174304231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4763BC-4E08-292A-DD60-96BE96D0C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60985-1AA1-7560-41A6-84310DD64A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0E0AF6-58A8-48DB-1F46-476F080F61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EC9D58-970F-C9CA-292B-CD8C17FCE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52D850-95FE-4444-3630-18B4E2855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11933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068D4647-BE09-FD84-9BD2-6303C6683A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655064" y="2926080"/>
            <a:ext cx="1801368" cy="502920"/>
          </a:xfrm>
          <a:solidFill>
            <a:schemeClr val="accent1"/>
          </a:solidFill>
        </p:spPr>
        <p:txBody>
          <a:bodyPr>
            <a:noAutofit/>
          </a:bodyPr>
          <a:lstStyle>
            <a:lvl1pPr marL="0" indent="0">
              <a:buNone/>
              <a:defRPr sz="12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31">
            <a:extLst>
              <a:ext uri="{FF2B5EF4-FFF2-40B4-BE49-F238E27FC236}">
                <a16:creationId xmlns:a16="http://schemas.microsoft.com/office/drawing/2014/main" id="{AB9EB1AC-FF5A-36FF-E4EC-C3F6EDF04BE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995928" y="2926080"/>
            <a:ext cx="1801368" cy="502920"/>
          </a:xfrm>
          <a:solidFill>
            <a:schemeClr val="accent2"/>
          </a:solidFill>
        </p:spPr>
        <p:txBody>
          <a:bodyPr>
            <a:noAutofit/>
          </a:bodyPr>
          <a:lstStyle>
            <a:lvl1pPr marL="0" indent="0">
              <a:buNone/>
              <a:defRPr sz="12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1">
            <a:extLst>
              <a:ext uri="{FF2B5EF4-FFF2-40B4-BE49-F238E27FC236}">
                <a16:creationId xmlns:a16="http://schemas.microsoft.com/office/drawing/2014/main" id="{919FA078-A6CC-4C6E-BB4E-70AA4ECA801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45936" y="2926080"/>
            <a:ext cx="1801368" cy="502920"/>
          </a:xfrm>
          <a:solidFill>
            <a:schemeClr val="accent4"/>
          </a:solidFill>
        </p:spPr>
        <p:txBody>
          <a:bodyPr>
            <a:noAutofit/>
          </a:bodyPr>
          <a:lstStyle>
            <a:lvl1pPr marL="0" indent="0">
              <a:buNone/>
              <a:defRPr sz="12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31">
            <a:extLst>
              <a:ext uri="{FF2B5EF4-FFF2-40B4-BE49-F238E27FC236}">
                <a16:creationId xmlns:a16="http://schemas.microsoft.com/office/drawing/2014/main" id="{B0730A45-AC46-DF6D-F56B-76A81490918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695944" y="2926080"/>
            <a:ext cx="1987296" cy="502920"/>
          </a:xfrm>
          <a:solidFill>
            <a:schemeClr val="accent3"/>
          </a:solidFill>
        </p:spPr>
        <p:txBody>
          <a:bodyPr>
            <a:noAutofit/>
          </a:bodyPr>
          <a:lstStyle>
            <a:lvl1pPr marL="0" indent="0">
              <a:buNone/>
              <a:defRPr sz="12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BEF48E5-0EF0-3977-79C2-820662F06DA9}"/>
              </a:ext>
            </a:extLst>
          </p:cNvPr>
          <p:cNvSpPr/>
          <p:nvPr userDrawn="1"/>
        </p:nvSpPr>
        <p:spPr>
          <a:xfrm>
            <a:off x="2589592" y="723899"/>
            <a:ext cx="8870656" cy="780809"/>
          </a:xfrm>
          <a:prstGeom prst="rect">
            <a:avLst/>
          </a:prstGeom>
          <a:solidFill>
            <a:schemeClr val="bg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6AAF462-6D82-EBE1-069E-7DBC32F1CC5D}"/>
              </a:ext>
            </a:extLst>
          </p:cNvPr>
          <p:cNvSpPr/>
          <p:nvPr userDrawn="1"/>
        </p:nvSpPr>
        <p:spPr>
          <a:xfrm>
            <a:off x="732271" y="404734"/>
            <a:ext cx="10727977" cy="319166"/>
          </a:xfrm>
          <a:prstGeom prst="rect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211A54-748F-71FD-8701-AE68B04A5A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936" y="4041648"/>
            <a:ext cx="1822704" cy="1414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FF5B42-8E52-2B78-7C88-39A811D7A9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054096" y="4041648"/>
            <a:ext cx="1822704" cy="1414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FB569F4F-40C0-2BAE-2F80-0B6BF70B4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F862698-31B6-3C3C-7B04-A5AB06659947}"/>
              </a:ext>
            </a:extLst>
          </p:cNvPr>
          <p:cNvSpPr>
            <a:spLocks noGrp="1" noChangeAspect="1"/>
          </p:cNvSpPr>
          <p:nvPr>
            <p:ph type="body" sz="quarter" idx="15" hasCustomPrompt="1"/>
          </p:nvPr>
        </p:nvSpPr>
        <p:spPr>
          <a:xfrm>
            <a:off x="722376" y="2706624"/>
            <a:ext cx="1014984" cy="1014984"/>
          </a:xfrm>
          <a:prstGeom prst="ellipse">
            <a:avLst/>
          </a:prstGeom>
          <a:solidFill>
            <a:schemeClr val="tx1"/>
          </a:solidFill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MMM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12F0E6AE-7B40-CC7A-BAB7-B5963027CE13}"/>
              </a:ext>
            </a:extLst>
          </p:cNvPr>
          <p:cNvSpPr>
            <a:spLocks noGrp="1" noChangeAspect="1"/>
          </p:cNvSpPr>
          <p:nvPr>
            <p:ph type="body" sz="quarter" idx="16" hasCustomPrompt="1"/>
          </p:nvPr>
        </p:nvSpPr>
        <p:spPr>
          <a:xfrm>
            <a:off x="3163824" y="2706624"/>
            <a:ext cx="1014984" cy="1014984"/>
          </a:xfrm>
          <a:prstGeom prst="ellipse">
            <a:avLst/>
          </a:prstGeom>
          <a:solidFill>
            <a:schemeClr val="tx1"/>
          </a:solidFill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MMM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F19DE03C-9C3C-ED9E-7938-68DC59591962}"/>
              </a:ext>
            </a:extLst>
          </p:cNvPr>
          <p:cNvSpPr>
            <a:spLocks noGrp="1" noChangeAspect="1"/>
          </p:cNvSpPr>
          <p:nvPr>
            <p:ph type="body" sz="quarter" idx="17" hasCustomPrompt="1"/>
          </p:nvPr>
        </p:nvSpPr>
        <p:spPr>
          <a:xfrm>
            <a:off x="5596128" y="2706624"/>
            <a:ext cx="1014984" cy="1014984"/>
          </a:xfrm>
          <a:prstGeom prst="ellipse">
            <a:avLst/>
          </a:prstGeom>
          <a:solidFill>
            <a:schemeClr val="tx1"/>
          </a:solidFill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MMM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D15E2928-BFA0-AA75-6EC4-69EFDD615540}"/>
              </a:ext>
            </a:extLst>
          </p:cNvPr>
          <p:cNvSpPr>
            <a:spLocks noGrp="1" noChangeAspect="1"/>
          </p:cNvSpPr>
          <p:nvPr>
            <p:ph type="body" sz="quarter" idx="18" hasCustomPrompt="1"/>
          </p:nvPr>
        </p:nvSpPr>
        <p:spPr>
          <a:xfrm>
            <a:off x="8028432" y="2706624"/>
            <a:ext cx="1014984" cy="1014984"/>
          </a:xfrm>
          <a:prstGeom prst="ellipse">
            <a:avLst/>
          </a:prstGeom>
          <a:solidFill>
            <a:schemeClr val="tx1"/>
          </a:solidFill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MMM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B1000C26-BF38-857C-8EB7-C84E4425628C}"/>
              </a:ext>
            </a:extLst>
          </p:cNvPr>
          <p:cNvSpPr>
            <a:spLocks noGrp="1" noChangeAspect="1"/>
          </p:cNvSpPr>
          <p:nvPr>
            <p:ph type="body" sz="quarter" idx="19" hasCustomPrompt="1"/>
          </p:nvPr>
        </p:nvSpPr>
        <p:spPr>
          <a:xfrm>
            <a:off x="10460736" y="2706624"/>
            <a:ext cx="1014984" cy="1014984"/>
          </a:xfrm>
          <a:prstGeom prst="ellipse">
            <a:avLst/>
          </a:prstGeom>
          <a:solidFill>
            <a:schemeClr val="tx1"/>
          </a:solidFill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MMM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7A3AFB34-A509-98A0-B6AB-3BC35F16DDD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504688" y="4041648"/>
            <a:ext cx="1822704" cy="1414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B4CAD471-FB12-ACCA-9D4A-E01322DC61A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918704" y="4041648"/>
            <a:ext cx="1822704" cy="1414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B7FF2DDC-689F-CE60-97C8-8575DBB2C06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369296" y="4041648"/>
            <a:ext cx="1563624" cy="1414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Footer Placeholder 35">
            <a:extLst>
              <a:ext uri="{FF2B5EF4-FFF2-40B4-BE49-F238E27FC236}">
                <a16:creationId xmlns:a16="http://schemas.microsoft.com/office/drawing/2014/main" id="{A2666B74-0A69-6162-5AD3-4561A8EE5514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78FC7A6E-EB75-1109-AB97-8091F2C9FF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4" name="Slide Number Placeholder 9">
            <a:extLst>
              <a:ext uri="{FF2B5EF4-FFF2-40B4-BE49-F238E27FC236}">
                <a16:creationId xmlns:a16="http://schemas.microsoft.com/office/drawing/2014/main" id="{3882992B-56C1-1B1D-6308-47369A0DF03F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>
          <a:xfrm>
            <a:off x="1651903" y="809244"/>
            <a:ext cx="941832" cy="621792"/>
          </a:xfrm>
        </p:spPr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0248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9F44A91D-CC57-69D8-3CC1-3538FCB6BB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77662" b="48541"/>
          <a:stretch>
            <a:fillRect/>
          </a:stretch>
        </p:blipFill>
        <p:spPr>
          <a:xfrm flipV="1">
            <a:off x="10376194" y="1"/>
            <a:ext cx="1815806" cy="3829511"/>
          </a:xfrm>
          <a:custGeom>
            <a:avLst/>
            <a:gdLst>
              <a:gd name="connsiteX0" fmla="*/ 0 w 1815806"/>
              <a:gd name="connsiteY0" fmla="*/ 3829511 h 3829511"/>
              <a:gd name="connsiteX1" fmla="*/ 1815806 w 1815806"/>
              <a:gd name="connsiteY1" fmla="*/ 3829511 h 3829511"/>
              <a:gd name="connsiteX2" fmla="*/ 1815806 w 1815806"/>
              <a:gd name="connsiteY2" fmla="*/ 0 h 3829511"/>
              <a:gd name="connsiteX3" fmla="*/ 0 w 1815806"/>
              <a:gd name="connsiteY3" fmla="*/ 0 h 3829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15806" h="3829511">
                <a:moveTo>
                  <a:pt x="0" y="3829511"/>
                </a:moveTo>
                <a:lnTo>
                  <a:pt x="1815806" y="3829511"/>
                </a:lnTo>
                <a:lnTo>
                  <a:pt x="1815806" y="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5AB0AC87-A4CD-F667-74B2-52047C1E6FB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85638" b="45150"/>
          <a:stretch>
            <a:fillRect/>
          </a:stretch>
        </p:blipFill>
        <p:spPr>
          <a:xfrm flipV="1">
            <a:off x="10887888" y="1"/>
            <a:ext cx="1304112" cy="3289795"/>
          </a:xfrm>
          <a:custGeom>
            <a:avLst/>
            <a:gdLst>
              <a:gd name="connsiteX0" fmla="*/ 0 w 1304112"/>
              <a:gd name="connsiteY0" fmla="*/ 3289795 h 3289795"/>
              <a:gd name="connsiteX1" fmla="*/ 1304112 w 1304112"/>
              <a:gd name="connsiteY1" fmla="*/ 3289795 h 3289795"/>
              <a:gd name="connsiteX2" fmla="*/ 1304112 w 1304112"/>
              <a:gd name="connsiteY2" fmla="*/ 0 h 3289795"/>
              <a:gd name="connsiteX3" fmla="*/ 0 w 1304112"/>
              <a:gd name="connsiteY3" fmla="*/ 0 h 3289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04112" h="3289795">
                <a:moveTo>
                  <a:pt x="0" y="3289795"/>
                </a:moveTo>
                <a:lnTo>
                  <a:pt x="1304112" y="3289795"/>
                </a:lnTo>
                <a:lnTo>
                  <a:pt x="1304112" y="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BEF48E5-0EF0-3977-79C2-820662F06DA9}"/>
              </a:ext>
            </a:extLst>
          </p:cNvPr>
          <p:cNvSpPr/>
          <p:nvPr userDrawn="1"/>
        </p:nvSpPr>
        <p:spPr>
          <a:xfrm>
            <a:off x="2589592" y="723899"/>
            <a:ext cx="8870656" cy="780809"/>
          </a:xfrm>
          <a:prstGeom prst="rect">
            <a:avLst/>
          </a:prstGeom>
          <a:solidFill>
            <a:schemeClr val="bg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6AAF462-6D82-EBE1-069E-7DBC32F1CC5D}"/>
              </a:ext>
            </a:extLst>
          </p:cNvPr>
          <p:cNvSpPr/>
          <p:nvPr userDrawn="1"/>
        </p:nvSpPr>
        <p:spPr>
          <a:xfrm>
            <a:off x="732271" y="404734"/>
            <a:ext cx="10727977" cy="319166"/>
          </a:xfrm>
          <a:prstGeom prst="rect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 55">
            <a:extLst>
              <a:ext uri="{FF2B5EF4-FFF2-40B4-BE49-F238E27FC236}">
                <a16:creationId xmlns:a16="http://schemas.microsoft.com/office/drawing/2014/main" id="{5DF0CA69-CF45-9850-4F85-B4C3BF2141B4}"/>
              </a:ext>
            </a:extLst>
          </p:cNvPr>
          <p:cNvSpPr/>
          <p:nvPr userDrawn="1"/>
        </p:nvSpPr>
        <p:spPr>
          <a:xfrm>
            <a:off x="-7736" y="6082871"/>
            <a:ext cx="12199737" cy="493110"/>
          </a:xfrm>
          <a:custGeom>
            <a:avLst/>
            <a:gdLst>
              <a:gd name="connsiteX0" fmla="*/ 25897 w 12199737"/>
              <a:gd name="connsiteY0" fmla="*/ 0 h 493110"/>
              <a:gd name="connsiteX1" fmla="*/ 12199737 w 12199737"/>
              <a:gd name="connsiteY1" fmla="*/ 0 h 493110"/>
              <a:gd name="connsiteX2" fmla="*/ 12199737 w 12199737"/>
              <a:gd name="connsiteY2" fmla="*/ 493110 h 493110"/>
              <a:gd name="connsiteX3" fmla="*/ 25897 w 12199737"/>
              <a:gd name="connsiteY3" fmla="*/ 493109 h 493110"/>
              <a:gd name="connsiteX4" fmla="*/ 0 w 12199737"/>
              <a:gd name="connsiteY4" fmla="*/ 490499 h 493110"/>
              <a:gd name="connsiteX5" fmla="*/ 0 w 12199737"/>
              <a:gd name="connsiteY5" fmla="*/ 2611 h 493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9737" h="493110">
                <a:moveTo>
                  <a:pt x="25897" y="0"/>
                </a:moveTo>
                <a:lnTo>
                  <a:pt x="12199737" y="0"/>
                </a:lnTo>
                <a:lnTo>
                  <a:pt x="12199737" y="493110"/>
                </a:lnTo>
                <a:lnTo>
                  <a:pt x="25897" y="493109"/>
                </a:lnTo>
                <a:lnTo>
                  <a:pt x="0" y="490499"/>
                </a:lnTo>
                <a:lnTo>
                  <a:pt x="0" y="261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FE865D6-FFF0-8547-C225-4EA40D12981C}"/>
              </a:ext>
            </a:extLst>
          </p:cNvPr>
          <p:cNvSpPr/>
          <p:nvPr userDrawn="1"/>
        </p:nvSpPr>
        <p:spPr>
          <a:xfrm>
            <a:off x="10745496" y="2712720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C43A4F4-14CD-C1BC-076B-D3EC524E9072}"/>
              </a:ext>
            </a:extLst>
          </p:cNvPr>
          <p:cNvSpPr/>
          <p:nvPr userDrawn="1"/>
        </p:nvSpPr>
        <p:spPr>
          <a:xfrm>
            <a:off x="11336726" y="2288311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59C9BF2-FA96-FBA2-CC60-3024E983F26F}"/>
              </a:ext>
            </a:extLst>
          </p:cNvPr>
          <p:cNvSpPr/>
          <p:nvPr userDrawn="1"/>
        </p:nvSpPr>
        <p:spPr>
          <a:xfrm>
            <a:off x="825032" y="6142636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211A54-748F-71FD-8701-AE68B04A5A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72768" y="2148840"/>
            <a:ext cx="3566160" cy="649224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08F8E6-CFD8-798A-9C2F-F6AC425444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98448" y="2788920"/>
            <a:ext cx="4352544" cy="2002536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400"/>
            </a:lvl1pPr>
            <a:lvl2pPr>
              <a:lnSpc>
                <a:spcPct val="150000"/>
              </a:lnSpc>
              <a:spcBef>
                <a:spcPts val="0"/>
              </a:spcBef>
              <a:defRPr sz="1200"/>
            </a:lvl2pPr>
            <a:lvl3pPr>
              <a:lnSpc>
                <a:spcPct val="150000"/>
              </a:lnSpc>
              <a:spcBef>
                <a:spcPts val="0"/>
              </a:spcBef>
              <a:defRPr sz="1100"/>
            </a:lvl3pPr>
            <a:lvl4pPr>
              <a:lnSpc>
                <a:spcPct val="150000"/>
              </a:lnSpc>
              <a:spcBef>
                <a:spcPts val="0"/>
              </a:spcBef>
              <a:defRPr sz="1050"/>
            </a:lvl4pPr>
            <a:lvl5pPr>
              <a:lnSpc>
                <a:spcPct val="150000"/>
              </a:lnSpc>
              <a:spcBef>
                <a:spcPts val="0"/>
              </a:spcBef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FF5B42-8E52-2B78-7C88-39A811D7A9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35040" y="2148840"/>
            <a:ext cx="3566160" cy="649224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0AB633-C7A8-E90B-901E-7E3FCE2D5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60720" y="2788920"/>
            <a:ext cx="4352544" cy="2002536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400"/>
            </a:lvl1pPr>
            <a:lvl2pPr>
              <a:lnSpc>
                <a:spcPct val="150000"/>
              </a:lnSpc>
              <a:spcBef>
                <a:spcPts val="0"/>
              </a:spcBef>
              <a:defRPr sz="1200"/>
            </a:lvl2pPr>
            <a:lvl3pPr>
              <a:lnSpc>
                <a:spcPct val="150000"/>
              </a:lnSpc>
              <a:spcBef>
                <a:spcPts val="0"/>
              </a:spcBef>
              <a:defRPr sz="1100"/>
            </a:lvl3pPr>
            <a:lvl4pPr>
              <a:lnSpc>
                <a:spcPct val="150000"/>
              </a:lnSpc>
              <a:spcBef>
                <a:spcPts val="0"/>
              </a:spcBef>
              <a:defRPr sz="1050"/>
            </a:lvl4pPr>
            <a:lvl5pPr>
              <a:lnSpc>
                <a:spcPct val="150000"/>
              </a:lnSpc>
              <a:spcBef>
                <a:spcPts val="0"/>
              </a:spcBef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FB569F4F-40C0-2BAE-2F80-0B6BF70B4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F38E5EFA-258F-AF45-F3FE-029FC106765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D44511B0-E2E3-43E3-E867-BD59B58CA92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FE5CA81-EC6E-7E1A-302A-32C7DC50B8A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28128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1BEF48E5-0EF0-3977-79C2-820662F06DA9}"/>
              </a:ext>
            </a:extLst>
          </p:cNvPr>
          <p:cNvSpPr/>
          <p:nvPr userDrawn="1"/>
        </p:nvSpPr>
        <p:spPr>
          <a:xfrm>
            <a:off x="2589592" y="723899"/>
            <a:ext cx="8870656" cy="780809"/>
          </a:xfrm>
          <a:prstGeom prst="rect">
            <a:avLst/>
          </a:prstGeom>
          <a:solidFill>
            <a:schemeClr val="bg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6AAF462-6D82-EBE1-069E-7DBC32F1CC5D}"/>
              </a:ext>
            </a:extLst>
          </p:cNvPr>
          <p:cNvSpPr/>
          <p:nvPr userDrawn="1"/>
        </p:nvSpPr>
        <p:spPr>
          <a:xfrm>
            <a:off x="732271" y="404734"/>
            <a:ext cx="10727977" cy="319166"/>
          </a:xfrm>
          <a:prstGeom prst="rect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211A54-748F-71FD-8701-AE68B04A5A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72768" y="2148840"/>
            <a:ext cx="3218688" cy="36576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08F8E6-CFD8-798A-9C2F-F6AC425444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98448" y="2788920"/>
            <a:ext cx="3163824" cy="3291840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400"/>
            </a:lvl1pPr>
            <a:lvl2pPr>
              <a:lnSpc>
                <a:spcPct val="150000"/>
              </a:lnSpc>
              <a:spcBef>
                <a:spcPts val="0"/>
              </a:spcBef>
              <a:defRPr sz="1200"/>
            </a:lvl2pPr>
            <a:lvl3pPr>
              <a:lnSpc>
                <a:spcPct val="150000"/>
              </a:lnSpc>
              <a:spcBef>
                <a:spcPts val="0"/>
              </a:spcBef>
              <a:defRPr sz="1100"/>
            </a:lvl3pPr>
            <a:lvl4pPr>
              <a:lnSpc>
                <a:spcPct val="150000"/>
              </a:lnSpc>
              <a:spcBef>
                <a:spcPts val="0"/>
              </a:spcBef>
              <a:defRPr sz="1050"/>
            </a:lvl4pPr>
            <a:lvl5pPr>
              <a:lnSpc>
                <a:spcPct val="150000"/>
              </a:lnSpc>
              <a:spcBef>
                <a:spcPts val="0"/>
              </a:spcBef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FF5B42-8E52-2B78-7C88-39A811D7A9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349240" y="2148840"/>
            <a:ext cx="3218688" cy="36576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0AB633-C7A8-E90B-901E-7E3FCE2D5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74920" y="2788920"/>
            <a:ext cx="3163824" cy="3291840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400"/>
            </a:lvl1pPr>
            <a:lvl2pPr>
              <a:lnSpc>
                <a:spcPct val="150000"/>
              </a:lnSpc>
              <a:spcBef>
                <a:spcPts val="0"/>
              </a:spcBef>
              <a:defRPr sz="1200"/>
            </a:lvl2pPr>
            <a:lvl3pPr>
              <a:lnSpc>
                <a:spcPct val="150000"/>
              </a:lnSpc>
              <a:spcBef>
                <a:spcPts val="0"/>
              </a:spcBef>
              <a:defRPr sz="1100"/>
            </a:lvl3pPr>
            <a:lvl4pPr>
              <a:lnSpc>
                <a:spcPct val="150000"/>
              </a:lnSpc>
              <a:spcBef>
                <a:spcPts val="0"/>
              </a:spcBef>
              <a:defRPr sz="1050"/>
            </a:lvl4pPr>
            <a:lvl5pPr>
              <a:lnSpc>
                <a:spcPct val="150000"/>
              </a:lnSpc>
              <a:spcBef>
                <a:spcPts val="0"/>
              </a:spcBef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FB569F4F-40C0-2BAE-2F80-0B6BF70B4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F38E5EFA-258F-AF45-F3FE-029FC106765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D44511B0-E2E3-43E3-E867-BD59B58CA92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FE5CA81-EC6E-7E1A-302A-32C7DC50B8A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38DCAB8-FF04-8225-502A-9415422E45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4165" t="86663"/>
          <a:stretch/>
        </p:blipFill>
        <p:spPr>
          <a:xfrm flipH="1" flipV="1">
            <a:off x="7732664" y="5943369"/>
            <a:ext cx="4459335" cy="914630"/>
          </a:xfrm>
          <a:custGeom>
            <a:avLst/>
            <a:gdLst>
              <a:gd name="connsiteX0" fmla="*/ 0 w 4459335"/>
              <a:gd name="connsiteY0" fmla="*/ 0 h 1543022"/>
              <a:gd name="connsiteX1" fmla="*/ 4459335 w 4459335"/>
              <a:gd name="connsiteY1" fmla="*/ 0 h 1543022"/>
              <a:gd name="connsiteX2" fmla="*/ 4459335 w 4459335"/>
              <a:gd name="connsiteY2" fmla="*/ 1543022 h 1543022"/>
              <a:gd name="connsiteX3" fmla="*/ 0 w 4459335"/>
              <a:gd name="connsiteY3" fmla="*/ 1543022 h 1543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59335" h="1543022">
                <a:moveTo>
                  <a:pt x="0" y="0"/>
                </a:moveTo>
                <a:lnTo>
                  <a:pt x="4459335" y="0"/>
                </a:lnTo>
                <a:lnTo>
                  <a:pt x="4459335" y="1543022"/>
                </a:lnTo>
                <a:lnTo>
                  <a:pt x="0" y="1543022"/>
                </a:lnTo>
                <a:close/>
              </a:path>
            </a:pathLst>
          </a:cu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D37B56B1-1773-120E-5DF7-ADC768615C86}"/>
              </a:ext>
            </a:extLst>
          </p:cNvPr>
          <p:cNvSpPr/>
          <p:nvPr userDrawn="1"/>
        </p:nvSpPr>
        <p:spPr>
          <a:xfrm>
            <a:off x="10012200" y="5977940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BA05B6D8-31AC-001B-57B4-132C0A9BED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851392" y="2148840"/>
            <a:ext cx="3218688" cy="36576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56DC4DB0-B5C2-72F4-A891-0281DDB80FCB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567928" y="2788920"/>
            <a:ext cx="3163824" cy="3291840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400"/>
            </a:lvl1pPr>
            <a:lvl2pPr>
              <a:lnSpc>
                <a:spcPct val="150000"/>
              </a:lnSpc>
              <a:spcBef>
                <a:spcPts val="0"/>
              </a:spcBef>
              <a:defRPr sz="1200"/>
            </a:lvl2pPr>
            <a:lvl3pPr>
              <a:lnSpc>
                <a:spcPct val="150000"/>
              </a:lnSpc>
              <a:spcBef>
                <a:spcPts val="0"/>
              </a:spcBef>
              <a:defRPr sz="1100"/>
            </a:lvl3pPr>
            <a:lvl4pPr>
              <a:lnSpc>
                <a:spcPct val="150000"/>
              </a:lnSpc>
              <a:spcBef>
                <a:spcPts val="0"/>
              </a:spcBef>
              <a:defRPr sz="1050"/>
            </a:lvl4pPr>
            <a:lvl5pPr>
              <a:lnSpc>
                <a:spcPct val="150000"/>
              </a:lnSpc>
              <a:spcBef>
                <a:spcPts val="0"/>
              </a:spcBef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5356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raphic 22">
            <a:extLst>
              <a:ext uri="{FF2B5EF4-FFF2-40B4-BE49-F238E27FC236}">
                <a16:creationId xmlns:a16="http://schemas.microsoft.com/office/drawing/2014/main" id="{8508C9A2-89A3-8585-F561-54AF27E76C2E}"/>
              </a:ext>
            </a:extLst>
          </p:cNvPr>
          <p:cNvSpPr/>
          <p:nvPr/>
        </p:nvSpPr>
        <p:spPr>
          <a:xfrm>
            <a:off x="8963354" y="3545840"/>
            <a:ext cx="2556181" cy="2641600"/>
          </a:xfrm>
          <a:custGeom>
            <a:avLst/>
            <a:gdLst>
              <a:gd name="connsiteX0" fmla="*/ 11417928 w 11417635"/>
              <a:gd name="connsiteY0" fmla="*/ 16489276 h 17685280"/>
              <a:gd name="connsiteX1" fmla="*/ 10219543 w 11417635"/>
              <a:gd name="connsiteY1" fmla="*/ 17687536 h 17685280"/>
              <a:gd name="connsiteX2" fmla="*/ 1198684 w 11417635"/>
              <a:gd name="connsiteY2" fmla="*/ 17687536 h 17685280"/>
              <a:gd name="connsiteX3" fmla="*/ 293 w 11417635"/>
              <a:gd name="connsiteY3" fmla="*/ 16489276 h 17685280"/>
              <a:gd name="connsiteX4" fmla="*/ 293 w 11417635"/>
              <a:gd name="connsiteY4" fmla="*/ 1200514 h 17685280"/>
              <a:gd name="connsiteX5" fmla="*/ 1198684 w 11417635"/>
              <a:gd name="connsiteY5" fmla="*/ 2255 h 17685280"/>
              <a:gd name="connsiteX6" fmla="*/ 10219543 w 11417635"/>
              <a:gd name="connsiteY6" fmla="*/ 2255 h 17685280"/>
              <a:gd name="connsiteX7" fmla="*/ 11417928 w 11417635"/>
              <a:gd name="connsiteY7" fmla="*/ 1200514 h 17685280"/>
              <a:gd name="connsiteX0" fmla="*/ 11417635 w 11417635"/>
              <a:gd name="connsiteY0" fmla="*/ 16501248 h 17699508"/>
              <a:gd name="connsiteX1" fmla="*/ 10219250 w 11417635"/>
              <a:gd name="connsiteY1" fmla="*/ 17699508 h 17699508"/>
              <a:gd name="connsiteX2" fmla="*/ 1198391 w 11417635"/>
              <a:gd name="connsiteY2" fmla="*/ 17699508 h 17699508"/>
              <a:gd name="connsiteX3" fmla="*/ 0 w 11417635"/>
              <a:gd name="connsiteY3" fmla="*/ 16501248 h 17699508"/>
              <a:gd name="connsiteX4" fmla="*/ 0 w 11417635"/>
              <a:gd name="connsiteY4" fmla="*/ 1212486 h 17699508"/>
              <a:gd name="connsiteX5" fmla="*/ 1198391 w 11417635"/>
              <a:gd name="connsiteY5" fmla="*/ 14227 h 17699508"/>
              <a:gd name="connsiteX6" fmla="*/ 3548686 w 11417635"/>
              <a:gd name="connsiteY6" fmla="*/ 0 h 17699508"/>
              <a:gd name="connsiteX7" fmla="*/ 10219250 w 11417635"/>
              <a:gd name="connsiteY7" fmla="*/ 14227 h 17699508"/>
              <a:gd name="connsiteX8" fmla="*/ 11417635 w 11417635"/>
              <a:gd name="connsiteY8" fmla="*/ 1212486 h 17699508"/>
              <a:gd name="connsiteX9" fmla="*/ 11417635 w 11417635"/>
              <a:gd name="connsiteY9" fmla="*/ 16501248 h 17699508"/>
              <a:gd name="connsiteX0" fmla="*/ 11417635 w 11509075"/>
              <a:gd name="connsiteY0" fmla="*/ 1212486 h 17699508"/>
              <a:gd name="connsiteX1" fmla="*/ 11417635 w 11509075"/>
              <a:gd name="connsiteY1" fmla="*/ 16501248 h 17699508"/>
              <a:gd name="connsiteX2" fmla="*/ 10219250 w 11509075"/>
              <a:gd name="connsiteY2" fmla="*/ 17699508 h 17699508"/>
              <a:gd name="connsiteX3" fmla="*/ 1198391 w 11509075"/>
              <a:gd name="connsiteY3" fmla="*/ 17699508 h 17699508"/>
              <a:gd name="connsiteX4" fmla="*/ 0 w 11509075"/>
              <a:gd name="connsiteY4" fmla="*/ 16501248 h 17699508"/>
              <a:gd name="connsiteX5" fmla="*/ 0 w 11509075"/>
              <a:gd name="connsiteY5" fmla="*/ 1212486 h 17699508"/>
              <a:gd name="connsiteX6" fmla="*/ 1198391 w 11509075"/>
              <a:gd name="connsiteY6" fmla="*/ 14227 h 17699508"/>
              <a:gd name="connsiteX7" fmla="*/ 3548686 w 11509075"/>
              <a:gd name="connsiteY7" fmla="*/ 0 h 17699508"/>
              <a:gd name="connsiteX8" fmla="*/ 10219250 w 11509075"/>
              <a:gd name="connsiteY8" fmla="*/ 14227 h 17699508"/>
              <a:gd name="connsiteX9" fmla="*/ 11509075 w 11509075"/>
              <a:gd name="connsiteY9" fmla="*/ 1303926 h 17699508"/>
              <a:gd name="connsiteX0" fmla="*/ 11417635 w 11417635"/>
              <a:gd name="connsiteY0" fmla="*/ 1212486 h 17699508"/>
              <a:gd name="connsiteX1" fmla="*/ 11417635 w 11417635"/>
              <a:gd name="connsiteY1" fmla="*/ 16501248 h 17699508"/>
              <a:gd name="connsiteX2" fmla="*/ 10219250 w 11417635"/>
              <a:gd name="connsiteY2" fmla="*/ 17699508 h 17699508"/>
              <a:gd name="connsiteX3" fmla="*/ 1198391 w 11417635"/>
              <a:gd name="connsiteY3" fmla="*/ 17699508 h 17699508"/>
              <a:gd name="connsiteX4" fmla="*/ 0 w 11417635"/>
              <a:gd name="connsiteY4" fmla="*/ 16501248 h 17699508"/>
              <a:gd name="connsiteX5" fmla="*/ 0 w 11417635"/>
              <a:gd name="connsiteY5" fmla="*/ 1212486 h 17699508"/>
              <a:gd name="connsiteX6" fmla="*/ 1198391 w 11417635"/>
              <a:gd name="connsiteY6" fmla="*/ 14227 h 17699508"/>
              <a:gd name="connsiteX7" fmla="*/ 3548686 w 11417635"/>
              <a:gd name="connsiteY7" fmla="*/ 0 h 17699508"/>
              <a:gd name="connsiteX8" fmla="*/ 10219250 w 11417635"/>
              <a:gd name="connsiteY8" fmla="*/ 14227 h 17699508"/>
              <a:gd name="connsiteX0" fmla="*/ 11417635 w 11417635"/>
              <a:gd name="connsiteY0" fmla="*/ 1212486 h 17699508"/>
              <a:gd name="connsiteX1" fmla="*/ 11417635 w 11417635"/>
              <a:gd name="connsiteY1" fmla="*/ 16501248 h 17699508"/>
              <a:gd name="connsiteX2" fmla="*/ 10219250 w 11417635"/>
              <a:gd name="connsiteY2" fmla="*/ 17699508 h 17699508"/>
              <a:gd name="connsiteX3" fmla="*/ 1198391 w 11417635"/>
              <a:gd name="connsiteY3" fmla="*/ 17699508 h 17699508"/>
              <a:gd name="connsiteX4" fmla="*/ 0 w 11417635"/>
              <a:gd name="connsiteY4" fmla="*/ 16501248 h 17699508"/>
              <a:gd name="connsiteX5" fmla="*/ 0 w 11417635"/>
              <a:gd name="connsiteY5" fmla="*/ 1212486 h 17699508"/>
              <a:gd name="connsiteX6" fmla="*/ 1198391 w 11417635"/>
              <a:gd name="connsiteY6" fmla="*/ 14227 h 17699508"/>
              <a:gd name="connsiteX7" fmla="*/ 3548686 w 11417635"/>
              <a:gd name="connsiteY7" fmla="*/ 0 h 17699508"/>
              <a:gd name="connsiteX0" fmla="*/ 11417635 w 11417635"/>
              <a:gd name="connsiteY0" fmla="*/ 16501248 h 17699508"/>
              <a:gd name="connsiteX1" fmla="*/ 10219250 w 11417635"/>
              <a:gd name="connsiteY1" fmla="*/ 17699508 h 17699508"/>
              <a:gd name="connsiteX2" fmla="*/ 1198391 w 11417635"/>
              <a:gd name="connsiteY2" fmla="*/ 17699508 h 17699508"/>
              <a:gd name="connsiteX3" fmla="*/ 0 w 11417635"/>
              <a:gd name="connsiteY3" fmla="*/ 16501248 h 17699508"/>
              <a:gd name="connsiteX4" fmla="*/ 0 w 11417635"/>
              <a:gd name="connsiteY4" fmla="*/ 1212486 h 17699508"/>
              <a:gd name="connsiteX5" fmla="*/ 1198391 w 11417635"/>
              <a:gd name="connsiteY5" fmla="*/ 14227 h 17699508"/>
              <a:gd name="connsiteX6" fmla="*/ 3548686 w 11417635"/>
              <a:gd name="connsiteY6" fmla="*/ 0 h 17699508"/>
              <a:gd name="connsiteX0" fmla="*/ 11419870 w 11419870"/>
              <a:gd name="connsiteY0" fmla="*/ 16501248 h 17699508"/>
              <a:gd name="connsiteX1" fmla="*/ 10221485 w 11419870"/>
              <a:gd name="connsiteY1" fmla="*/ 17699508 h 17699508"/>
              <a:gd name="connsiteX2" fmla="*/ 1200626 w 11419870"/>
              <a:gd name="connsiteY2" fmla="*/ 17699508 h 17699508"/>
              <a:gd name="connsiteX3" fmla="*/ 2235 w 11419870"/>
              <a:gd name="connsiteY3" fmla="*/ 16501248 h 17699508"/>
              <a:gd name="connsiteX4" fmla="*/ 0 w 11419870"/>
              <a:gd name="connsiteY4" fmla="*/ 3002280 h 17699508"/>
              <a:gd name="connsiteX5" fmla="*/ 2235 w 11419870"/>
              <a:gd name="connsiteY5" fmla="*/ 1212486 h 17699508"/>
              <a:gd name="connsiteX6" fmla="*/ 1200626 w 11419870"/>
              <a:gd name="connsiteY6" fmla="*/ 14227 h 17699508"/>
              <a:gd name="connsiteX7" fmla="*/ 3550921 w 11419870"/>
              <a:gd name="connsiteY7" fmla="*/ 0 h 17699508"/>
              <a:gd name="connsiteX0" fmla="*/ 11419870 w 11419870"/>
              <a:gd name="connsiteY0" fmla="*/ 16501248 h 17699508"/>
              <a:gd name="connsiteX1" fmla="*/ 10221485 w 11419870"/>
              <a:gd name="connsiteY1" fmla="*/ 17699508 h 17699508"/>
              <a:gd name="connsiteX2" fmla="*/ 1200626 w 11419870"/>
              <a:gd name="connsiteY2" fmla="*/ 17699508 h 17699508"/>
              <a:gd name="connsiteX3" fmla="*/ 2235 w 11419870"/>
              <a:gd name="connsiteY3" fmla="*/ 16501248 h 17699508"/>
              <a:gd name="connsiteX4" fmla="*/ 0 w 11419870"/>
              <a:gd name="connsiteY4" fmla="*/ 3947160 h 17699508"/>
              <a:gd name="connsiteX5" fmla="*/ 0 w 11419870"/>
              <a:gd name="connsiteY5" fmla="*/ 3002280 h 17699508"/>
              <a:gd name="connsiteX6" fmla="*/ 2235 w 11419870"/>
              <a:gd name="connsiteY6" fmla="*/ 1212486 h 17699508"/>
              <a:gd name="connsiteX7" fmla="*/ 1200626 w 11419870"/>
              <a:gd name="connsiteY7" fmla="*/ 14227 h 17699508"/>
              <a:gd name="connsiteX8" fmla="*/ 3550921 w 11419870"/>
              <a:gd name="connsiteY8" fmla="*/ 0 h 17699508"/>
              <a:gd name="connsiteX0" fmla="*/ 10221485 w 10221485"/>
              <a:gd name="connsiteY0" fmla="*/ 17699508 h 17699508"/>
              <a:gd name="connsiteX1" fmla="*/ 1200626 w 10221485"/>
              <a:gd name="connsiteY1" fmla="*/ 17699508 h 17699508"/>
              <a:gd name="connsiteX2" fmla="*/ 2235 w 10221485"/>
              <a:gd name="connsiteY2" fmla="*/ 16501248 h 17699508"/>
              <a:gd name="connsiteX3" fmla="*/ 0 w 10221485"/>
              <a:gd name="connsiteY3" fmla="*/ 3947160 h 17699508"/>
              <a:gd name="connsiteX4" fmla="*/ 0 w 10221485"/>
              <a:gd name="connsiteY4" fmla="*/ 3002280 h 17699508"/>
              <a:gd name="connsiteX5" fmla="*/ 2235 w 10221485"/>
              <a:gd name="connsiteY5" fmla="*/ 1212486 h 17699508"/>
              <a:gd name="connsiteX6" fmla="*/ 1200626 w 10221485"/>
              <a:gd name="connsiteY6" fmla="*/ 14227 h 17699508"/>
              <a:gd name="connsiteX7" fmla="*/ 3550921 w 10221485"/>
              <a:gd name="connsiteY7" fmla="*/ 0 h 17699508"/>
              <a:gd name="connsiteX0" fmla="*/ 1200626 w 3550921"/>
              <a:gd name="connsiteY0" fmla="*/ 17699508 h 17699508"/>
              <a:gd name="connsiteX1" fmla="*/ 2235 w 3550921"/>
              <a:gd name="connsiteY1" fmla="*/ 16501248 h 17699508"/>
              <a:gd name="connsiteX2" fmla="*/ 0 w 3550921"/>
              <a:gd name="connsiteY2" fmla="*/ 3947160 h 17699508"/>
              <a:gd name="connsiteX3" fmla="*/ 0 w 3550921"/>
              <a:gd name="connsiteY3" fmla="*/ 3002280 h 17699508"/>
              <a:gd name="connsiteX4" fmla="*/ 2235 w 3550921"/>
              <a:gd name="connsiteY4" fmla="*/ 1212486 h 17699508"/>
              <a:gd name="connsiteX5" fmla="*/ 1200626 w 3550921"/>
              <a:gd name="connsiteY5" fmla="*/ 14227 h 17699508"/>
              <a:gd name="connsiteX6" fmla="*/ 3550921 w 3550921"/>
              <a:gd name="connsiteY6" fmla="*/ 0 h 17699508"/>
              <a:gd name="connsiteX0" fmla="*/ 2235 w 3550921"/>
              <a:gd name="connsiteY0" fmla="*/ 16501248 h 16501248"/>
              <a:gd name="connsiteX1" fmla="*/ 0 w 3550921"/>
              <a:gd name="connsiteY1" fmla="*/ 3947160 h 16501248"/>
              <a:gd name="connsiteX2" fmla="*/ 0 w 3550921"/>
              <a:gd name="connsiteY2" fmla="*/ 3002280 h 16501248"/>
              <a:gd name="connsiteX3" fmla="*/ 2235 w 3550921"/>
              <a:gd name="connsiteY3" fmla="*/ 1212486 h 16501248"/>
              <a:gd name="connsiteX4" fmla="*/ 1200626 w 3550921"/>
              <a:gd name="connsiteY4" fmla="*/ 14227 h 16501248"/>
              <a:gd name="connsiteX5" fmla="*/ 3550921 w 3550921"/>
              <a:gd name="connsiteY5" fmla="*/ 0 h 16501248"/>
              <a:gd name="connsiteX0" fmla="*/ 0 w 3550921"/>
              <a:gd name="connsiteY0" fmla="*/ 3947160 h 3947160"/>
              <a:gd name="connsiteX1" fmla="*/ 0 w 3550921"/>
              <a:gd name="connsiteY1" fmla="*/ 3002280 h 3947160"/>
              <a:gd name="connsiteX2" fmla="*/ 2235 w 3550921"/>
              <a:gd name="connsiteY2" fmla="*/ 1212486 h 3947160"/>
              <a:gd name="connsiteX3" fmla="*/ 1200626 w 3550921"/>
              <a:gd name="connsiteY3" fmla="*/ 14227 h 3947160"/>
              <a:gd name="connsiteX4" fmla="*/ 3550921 w 3550921"/>
              <a:gd name="connsiteY4" fmla="*/ 0 h 3947160"/>
              <a:gd name="connsiteX0" fmla="*/ 0 w 3550921"/>
              <a:gd name="connsiteY0" fmla="*/ 3002280 h 3002280"/>
              <a:gd name="connsiteX1" fmla="*/ 2235 w 3550921"/>
              <a:gd name="connsiteY1" fmla="*/ 1212486 h 3002280"/>
              <a:gd name="connsiteX2" fmla="*/ 1200626 w 3550921"/>
              <a:gd name="connsiteY2" fmla="*/ 14227 h 3002280"/>
              <a:gd name="connsiteX3" fmla="*/ 3550921 w 3550921"/>
              <a:gd name="connsiteY3" fmla="*/ 0 h 3002280"/>
              <a:gd name="connsiteX0" fmla="*/ 2845 w 3548686"/>
              <a:gd name="connsiteY0" fmla="*/ 2799080 h 2799080"/>
              <a:gd name="connsiteX1" fmla="*/ 0 w 3548686"/>
              <a:gd name="connsiteY1" fmla="*/ 1212486 h 2799080"/>
              <a:gd name="connsiteX2" fmla="*/ 1198391 w 3548686"/>
              <a:gd name="connsiteY2" fmla="*/ 14227 h 2799080"/>
              <a:gd name="connsiteX3" fmla="*/ 3548686 w 3548686"/>
              <a:gd name="connsiteY3" fmla="*/ 0 h 2799080"/>
              <a:gd name="connsiteX0" fmla="*/ 2845 w 3548686"/>
              <a:gd name="connsiteY0" fmla="*/ 2707640 h 2707640"/>
              <a:gd name="connsiteX1" fmla="*/ 0 w 3548686"/>
              <a:gd name="connsiteY1" fmla="*/ 1212486 h 2707640"/>
              <a:gd name="connsiteX2" fmla="*/ 1198391 w 3548686"/>
              <a:gd name="connsiteY2" fmla="*/ 14227 h 2707640"/>
              <a:gd name="connsiteX3" fmla="*/ 3548686 w 3548686"/>
              <a:gd name="connsiteY3" fmla="*/ 0 h 2707640"/>
              <a:gd name="connsiteX0" fmla="*/ 2845 w 3548686"/>
              <a:gd name="connsiteY0" fmla="*/ 2667000 h 2667000"/>
              <a:gd name="connsiteX1" fmla="*/ 0 w 3548686"/>
              <a:gd name="connsiteY1" fmla="*/ 1212486 h 2667000"/>
              <a:gd name="connsiteX2" fmla="*/ 1198391 w 3548686"/>
              <a:gd name="connsiteY2" fmla="*/ 14227 h 2667000"/>
              <a:gd name="connsiteX3" fmla="*/ 3548686 w 3548686"/>
              <a:gd name="connsiteY3" fmla="*/ 0 h 2667000"/>
              <a:gd name="connsiteX0" fmla="*/ 2845 w 3548686"/>
              <a:gd name="connsiteY0" fmla="*/ 2651760 h 2651760"/>
              <a:gd name="connsiteX1" fmla="*/ 0 w 3548686"/>
              <a:gd name="connsiteY1" fmla="*/ 1212486 h 2651760"/>
              <a:gd name="connsiteX2" fmla="*/ 1198391 w 3548686"/>
              <a:gd name="connsiteY2" fmla="*/ 14227 h 2651760"/>
              <a:gd name="connsiteX3" fmla="*/ 3548686 w 3548686"/>
              <a:gd name="connsiteY3" fmla="*/ 0 h 2651760"/>
              <a:gd name="connsiteX0" fmla="*/ 2845 w 3020366"/>
              <a:gd name="connsiteY0" fmla="*/ 2651760 h 2651760"/>
              <a:gd name="connsiteX1" fmla="*/ 0 w 3020366"/>
              <a:gd name="connsiteY1" fmla="*/ 1212486 h 2651760"/>
              <a:gd name="connsiteX2" fmla="*/ 1198391 w 3020366"/>
              <a:gd name="connsiteY2" fmla="*/ 14227 h 2651760"/>
              <a:gd name="connsiteX3" fmla="*/ 3020366 w 3020366"/>
              <a:gd name="connsiteY3" fmla="*/ 0 h 2651760"/>
              <a:gd name="connsiteX0" fmla="*/ 2845 w 2883206"/>
              <a:gd name="connsiteY0" fmla="*/ 2651760 h 2651760"/>
              <a:gd name="connsiteX1" fmla="*/ 0 w 2883206"/>
              <a:gd name="connsiteY1" fmla="*/ 1212486 h 2651760"/>
              <a:gd name="connsiteX2" fmla="*/ 1198391 w 2883206"/>
              <a:gd name="connsiteY2" fmla="*/ 14227 h 2651760"/>
              <a:gd name="connsiteX3" fmla="*/ 2883206 w 2883206"/>
              <a:gd name="connsiteY3" fmla="*/ 0 h 2651760"/>
              <a:gd name="connsiteX0" fmla="*/ 2845 w 2796846"/>
              <a:gd name="connsiteY0" fmla="*/ 2651760 h 2651760"/>
              <a:gd name="connsiteX1" fmla="*/ 0 w 2796846"/>
              <a:gd name="connsiteY1" fmla="*/ 1212486 h 2651760"/>
              <a:gd name="connsiteX2" fmla="*/ 1198391 w 2796846"/>
              <a:gd name="connsiteY2" fmla="*/ 14227 h 2651760"/>
              <a:gd name="connsiteX3" fmla="*/ 2796846 w 2796846"/>
              <a:gd name="connsiteY3" fmla="*/ 0 h 2651760"/>
              <a:gd name="connsiteX0" fmla="*/ 2845 w 2735886"/>
              <a:gd name="connsiteY0" fmla="*/ 2656840 h 2656840"/>
              <a:gd name="connsiteX1" fmla="*/ 0 w 2735886"/>
              <a:gd name="connsiteY1" fmla="*/ 1217566 h 2656840"/>
              <a:gd name="connsiteX2" fmla="*/ 1198391 w 2735886"/>
              <a:gd name="connsiteY2" fmla="*/ 19307 h 2656840"/>
              <a:gd name="connsiteX3" fmla="*/ 2735886 w 2735886"/>
              <a:gd name="connsiteY3" fmla="*/ 0 h 2656840"/>
              <a:gd name="connsiteX0" fmla="*/ 2845 w 2674926"/>
              <a:gd name="connsiteY0" fmla="*/ 2651760 h 2651760"/>
              <a:gd name="connsiteX1" fmla="*/ 0 w 2674926"/>
              <a:gd name="connsiteY1" fmla="*/ 1212486 h 2651760"/>
              <a:gd name="connsiteX2" fmla="*/ 1198391 w 2674926"/>
              <a:gd name="connsiteY2" fmla="*/ 14227 h 2651760"/>
              <a:gd name="connsiteX3" fmla="*/ 2674926 w 2674926"/>
              <a:gd name="connsiteY3" fmla="*/ 0 h 2651760"/>
              <a:gd name="connsiteX0" fmla="*/ 2845 w 2674926"/>
              <a:gd name="connsiteY0" fmla="*/ 2651760 h 2651760"/>
              <a:gd name="connsiteX1" fmla="*/ 0 w 2674926"/>
              <a:gd name="connsiteY1" fmla="*/ 1212486 h 2651760"/>
              <a:gd name="connsiteX2" fmla="*/ 1198391 w 2674926"/>
              <a:gd name="connsiteY2" fmla="*/ 14227 h 2651760"/>
              <a:gd name="connsiteX3" fmla="*/ 2674926 w 2674926"/>
              <a:gd name="connsiteY3" fmla="*/ 0 h 2651760"/>
              <a:gd name="connsiteX0" fmla="*/ 2845 w 2644446"/>
              <a:gd name="connsiteY0" fmla="*/ 2651760 h 2651760"/>
              <a:gd name="connsiteX1" fmla="*/ 0 w 2644446"/>
              <a:gd name="connsiteY1" fmla="*/ 1212486 h 2651760"/>
              <a:gd name="connsiteX2" fmla="*/ 1198391 w 2644446"/>
              <a:gd name="connsiteY2" fmla="*/ 14227 h 2651760"/>
              <a:gd name="connsiteX3" fmla="*/ 2644446 w 2644446"/>
              <a:gd name="connsiteY3" fmla="*/ 0 h 2651760"/>
              <a:gd name="connsiteX0" fmla="*/ 2845 w 2608886"/>
              <a:gd name="connsiteY0" fmla="*/ 2651760 h 2651760"/>
              <a:gd name="connsiteX1" fmla="*/ 0 w 2608886"/>
              <a:gd name="connsiteY1" fmla="*/ 1212486 h 2651760"/>
              <a:gd name="connsiteX2" fmla="*/ 1198391 w 2608886"/>
              <a:gd name="connsiteY2" fmla="*/ 14227 h 2651760"/>
              <a:gd name="connsiteX3" fmla="*/ 2608886 w 2608886"/>
              <a:gd name="connsiteY3" fmla="*/ 0 h 2651760"/>
              <a:gd name="connsiteX0" fmla="*/ 2845 w 2598726"/>
              <a:gd name="connsiteY0" fmla="*/ 2646680 h 2646680"/>
              <a:gd name="connsiteX1" fmla="*/ 0 w 2598726"/>
              <a:gd name="connsiteY1" fmla="*/ 1207406 h 2646680"/>
              <a:gd name="connsiteX2" fmla="*/ 1198391 w 2598726"/>
              <a:gd name="connsiteY2" fmla="*/ 9147 h 2646680"/>
              <a:gd name="connsiteX3" fmla="*/ 2598726 w 2598726"/>
              <a:gd name="connsiteY3" fmla="*/ 0 h 2646680"/>
              <a:gd name="connsiteX0" fmla="*/ 2845 w 2558086"/>
              <a:gd name="connsiteY0" fmla="*/ 2641600 h 2641600"/>
              <a:gd name="connsiteX1" fmla="*/ 0 w 2558086"/>
              <a:gd name="connsiteY1" fmla="*/ 1202326 h 2641600"/>
              <a:gd name="connsiteX2" fmla="*/ 1198391 w 2558086"/>
              <a:gd name="connsiteY2" fmla="*/ 4067 h 2641600"/>
              <a:gd name="connsiteX3" fmla="*/ 2558086 w 2558086"/>
              <a:gd name="connsiteY3" fmla="*/ 0 h 2641600"/>
              <a:gd name="connsiteX0" fmla="*/ 2845 w 2556181"/>
              <a:gd name="connsiteY0" fmla="*/ 2641600 h 2641600"/>
              <a:gd name="connsiteX1" fmla="*/ 0 w 2556181"/>
              <a:gd name="connsiteY1" fmla="*/ 1202326 h 2641600"/>
              <a:gd name="connsiteX2" fmla="*/ 1198391 w 2556181"/>
              <a:gd name="connsiteY2" fmla="*/ 4067 h 2641600"/>
              <a:gd name="connsiteX3" fmla="*/ 2556181 w 2556181"/>
              <a:gd name="connsiteY3" fmla="*/ 0 h 264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56181" h="2641600">
                <a:moveTo>
                  <a:pt x="2845" y="2641600"/>
                </a:moveTo>
                <a:cubicBezTo>
                  <a:pt x="1897" y="2112735"/>
                  <a:pt x="948" y="1731191"/>
                  <a:pt x="0" y="1202326"/>
                </a:cubicBezTo>
                <a:cubicBezTo>
                  <a:pt x="0" y="540519"/>
                  <a:pt x="536541" y="4067"/>
                  <a:pt x="1198391" y="4067"/>
                </a:cubicBezTo>
                <a:lnTo>
                  <a:pt x="2556181" y="0"/>
                </a:lnTo>
              </a:path>
            </a:pathLst>
          </a:custGeom>
          <a:noFill/>
          <a:ln w="1356897" cap="sq">
            <a:solidFill>
              <a:schemeClr val="accent4">
                <a:alpha val="89000"/>
              </a:schemeClr>
            </a:solidFill>
            <a:prstDash val="solid"/>
            <a:round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0AE1B9-1C14-F852-2B97-05DAA5F80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33B37-5F68-E267-936F-4CA547437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200" y="2121408"/>
            <a:ext cx="6510528" cy="3578352"/>
          </a:xfrm>
        </p:spPr>
        <p:txBody>
          <a:bodyPr/>
          <a:lstStyle>
            <a:lvl1pPr marL="0" indent="0">
              <a:buNone/>
              <a:defRPr sz="1800"/>
            </a:lvl1pPr>
            <a:lvl2pPr marL="283464">
              <a:defRPr sz="1800"/>
            </a:lvl2pPr>
            <a:lvl3pPr marL="566928">
              <a:defRPr sz="1600"/>
            </a:lvl3pPr>
            <a:lvl4pPr marL="758952">
              <a:defRPr sz="1400"/>
            </a:lvl4pPr>
            <a:lvl5pPr marL="1042416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E3602100-4B1B-08F9-3FE3-A39515512D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accent3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45" name="Graphic 24">
            <a:extLst>
              <a:ext uri="{FF2B5EF4-FFF2-40B4-BE49-F238E27FC236}">
                <a16:creationId xmlns:a16="http://schemas.microsoft.com/office/drawing/2014/main" id="{3A387C14-96A1-A53F-B0C4-8C320C0E434B}"/>
              </a:ext>
            </a:extLst>
          </p:cNvPr>
          <p:cNvSpPr/>
          <p:nvPr/>
        </p:nvSpPr>
        <p:spPr>
          <a:xfrm>
            <a:off x="8928734" y="3558489"/>
            <a:ext cx="3162299" cy="3196641"/>
          </a:xfrm>
          <a:custGeom>
            <a:avLst/>
            <a:gdLst>
              <a:gd name="connsiteX0" fmla="*/ -3730 w 9166847"/>
              <a:gd name="connsiteY0" fmla="*/ 5764965 h 5765688"/>
              <a:gd name="connsiteX1" fmla="*/ -3730 w 9166847"/>
              <a:gd name="connsiteY1" fmla="*/ 1152444 h 5765688"/>
              <a:gd name="connsiteX2" fmla="*/ 1189314 w 9166847"/>
              <a:gd name="connsiteY2" fmla="*/ -724 h 5765688"/>
              <a:gd name="connsiteX3" fmla="*/ 9163118 w 9166847"/>
              <a:gd name="connsiteY3" fmla="*/ 36857 h 5765688"/>
              <a:gd name="connsiteX0" fmla="*/ 0 w 9166848"/>
              <a:gd name="connsiteY0" fmla="*/ 5765689 h 5765689"/>
              <a:gd name="connsiteX1" fmla="*/ 0 w 9166848"/>
              <a:gd name="connsiteY1" fmla="*/ 1153168 h 5765689"/>
              <a:gd name="connsiteX2" fmla="*/ 1193044 w 9166848"/>
              <a:gd name="connsiteY2" fmla="*/ 0 h 5765689"/>
              <a:gd name="connsiteX3" fmla="*/ 2736923 w 9166848"/>
              <a:gd name="connsiteY3" fmla="*/ 1574 h 5765689"/>
              <a:gd name="connsiteX4" fmla="*/ 9166848 w 9166848"/>
              <a:gd name="connsiteY4" fmla="*/ 37581 h 5765689"/>
              <a:gd name="connsiteX0" fmla="*/ 0 w 9166848"/>
              <a:gd name="connsiteY0" fmla="*/ 5765689 h 5765689"/>
              <a:gd name="connsiteX1" fmla="*/ 0 w 9166848"/>
              <a:gd name="connsiteY1" fmla="*/ 1153168 h 5765689"/>
              <a:gd name="connsiteX2" fmla="*/ 1193044 w 9166848"/>
              <a:gd name="connsiteY2" fmla="*/ 0 h 5765689"/>
              <a:gd name="connsiteX3" fmla="*/ 2736923 w 9166848"/>
              <a:gd name="connsiteY3" fmla="*/ 1574 h 5765689"/>
              <a:gd name="connsiteX4" fmla="*/ 3169739 w 9166848"/>
              <a:gd name="connsiteY4" fmla="*/ 7671 h 5765689"/>
              <a:gd name="connsiteX5" fmla="*/ 9166848 w 9166848"/>
              <a:gd name="connsiteY5" fmla="*/ 37581 h 5765689"/>
              <a:gd name="connsiteX0" fmla="*/ 0 w 3169739"/>
              <a:gd name="connsiteY0" fmla="*/ 5765689 h 5765689"/>
              <a:gd name="connsiteX1" fmla="*/ 0 w 3169739"/>
              <a:gd name="connsiteY1" fmla="*/ 1153168 h 5765689"/>
              <a:gd name="connsiteX2" fmla="*/ 1193044 w 3169739"/>
              <a:gd name="connsiteY2" fmla="*/ 0 h 5765689"/>
              <a:gd name="connsiteX3" fmla="*/ 2736923 w 3169739"/>
              <a:gd name="connsiteY3" fmla="*/ 1574 h 5765689"/>
              <a:gd name="connsiteX4" fmla="*/ 3169739 w 3169739"/>
              <a:gd name="connsiteY4" fmla="*/ 7671 h 5765689"/>
              <a:gd name="connsiteX0" fmla="*/ 0 w 3160214"/>
              <a:gd name="connsiteY0" fmla="*/ 5765689 h 5765689"/>
              <a:gd name="connsiteX1" fmla="*/ 0 w 3160214"/>
              <a:gd name="connsiteY1" fmla="*/ 1153168 h 5765689"/>
              <a:gd name="connsiteX2" fmla="*/ 1193044 w 3160214"/>
              <a:gd name="connsiteY2" fmla="*/ 0 h 5765689"/>
              <a:gd name="connsiteX3" fmla="*/ 2736923 w 3160214"/>
              <a:gd name="connsiteY3" fmla="*/ 1574 h 5765689"/>
              <a:gd name="connsiteX4" fmla="*/ 3160214 w 3160214"/>
              <a:gd name="connsiteY4" fmla="*/ 7671 h 5765689"/>
              <a:gd name="connsiteX0" fmla="*/ 2085 w 3162299"/>
              <a:gd name="connsiteY0" fmla="*/ 5765689 h 5765689"/>
              <a:gd name="connsiteX1" fmla="*/ 0 w 3162299"/>
              <a:gd name="connsiteY1" fmla="*/ 3173781 h 5765689"/>
              <a:gd name="connsiteX2" fmla="*/ 2085 w 3162299"/>
              <a:gd name="connsiteY2" fmla="*/ 1153168 h 5765689"/>
              <a:gd name="connsiteX3" fmla="*/ 1195129 w 3162299"/>
              <a:gd name="connsiteY3" fmla="*/ 0 h 5765689"/>
              <a:gd name="connsiteX4" fmla="*/ 2739008 w 3162299"/>
              <a:gd name="connsiteY4" fmla="*/ 1574 h 5765689"/>
              <a:gd name="connsiteX5" fmla="*/ 3162299 w 3162299"/>
              <a:gd name="connsiteY5" fmla="*/ 7671 h 5765689"/>
              <a:gd name="connsiteX0" fmla="*/ 0 w 3162299"/>
              <a:gd name="connsiteY0" fmla="*/ 3173781 h 3173781"/>
              <a:gd name="connsiteX1" fmla="*/ 2085 w 3162299"/>
              <a:gd name="connsiteY1" fmla="*/ 1153168 h 3173781"/>
              <a:gd name="connsiteX2" fmla="*/ 1195129 w 3162299"/>
              <a:gd name="connsiteY2" fmla="*/ 0 h 3173781"/>
              <a:gd name="connsiteX3" fmla="*/ 2739008 w 3162299"/>
              <a:gd name="connsiteY3" fmla="*/ 1574 h 3173781"/>
              <a:gd name="connsiteX4" fmla="*/ 3162299 w 3162299"/>
              <a:gd name="connsiteY4" fmla="*/ 7671 h 3173781"/>
              <a:gd name="connsiteX0" fmla="*/ 0 w 3162299"/>
              <a:gd name="connsiteY0" fmla="*/ 3196641 h 3196641"/>
              <a:gd name="connsiteX1" fmla="*/ 2085 w 3162299"/>
              <a:gd name="connsiteY1" fmla="*/ 1153168 h 3196641"/>
              <a:gd name="connsiteX2" fmla="*/ 1195129 w 3162299"/>
              <a:gd name="connsiteY2" fmla="*/ 0 h 3196641"/>
              <a:gd name="connsiteX3" fmla="*/ 2739008 w 3162299"/>
              <a:gd name="connsiteY3" fmla="*/ 1574 h 3196641"/>
              <a:gd name="connsiteX4" fmla="*/ 3162299 w 3162299"/>
              <a:gd name="connsiteY4" fmla="*/ 7671 h 3196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62299" h="3196641">
                <a:moveTo>
                  <a:pt x="0" y="3196641"/>
                </a:moveTo>
                <a:lnTo>
                  <a:pt x="2085" y="1153168"/>
                </a:lnTo>
                <a:cubicBezTo>
                  <a:pt x="2085" y="516291"/>
                  <a:pt x="536218" y="0"/>
                  <a:pt x="1195129" y="0"/>
                </a:cubicBezTo>
                <a:lnTo>
                  <a:pt x="2739008" y="1574"/>
                </a:lnTo>
                <a:lnTo>
                  <a:pt x="3162299" y="7671"/>
                </a:lnTo>
              </a:path>
            </a:pathLst>
          </a:custGeom>
          <a:noFill/>
          <a:ln w="225588" cap="sq">
            <a:solidFill>
              <a:srgbClr val="FDF9E2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9E9B68F-058D-E637-2550-5DA70E3D0D41}"/>
              </a:ext>
            </a:extLst>
          </p:cNvPr>
          <p:cNvSpPr/>
          <p:nvPr userDrawn="1"/>
        </p:nvSpPr>
        <p:spPr>
          <a:xfrm>
            <a:off x="10310340" y="2011478"/>
            <a:ext cx="1628275" cy="1628275"/>
          </a:xfrm>
          <a:prstGeom prst="ellipse">
            <a:avLst/>
          </a:prstGeom>
          <a:solidFill>
            <a:schemeClr val="accent6">
              <a:alpha val="9304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6188A037-6B9F-861E-36A7-10311D61272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0972" r="31496"/>
          <a:stretch>
            <a:fillRect/>
          </a:stretch>
        </p:blipFill>
        <p:spPr>
          <a:xfrm>
            <a:off x="12700" y="6051321"/>
            <a:ext cx="12192000" cy="528377"/>
          </a:xfrm>
          <a:custGeom>
            <a:avLst/>
            <a:gdLst>
              <a:gd name="connsiteX0" fmla="*/ 0 w 6858000"/>
              <a:gd name="connsiteY0" fmla="*/ 400156 h 400156"/>
              <a:gd name="connsiteX1" fmla="*/ 0 w 6858000"/>
              <a:gd name="connsiteY1" fmla="*/ 0 h 400156"/>
              <a:gd name="connsiteX2" fmla="*/ 6858000 w 6858000"/>
              <a:gd name="connsiteY2" fmla="*/ 0 h 400156"/>
              <a:gd name="connsiteX3" fmla="*/ 6858000 w 6858000"/>
              <a:gd name="connsiteY3" fmla="*/ 400156 h 400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58000" h="400156">
                <a:moveTo>
                  <a:pt x="0" y="400156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400156"/>
                </a:lnTo>
                <a:close/>
              </a:path>
            </a:pathLst>
          </a:custGeom>
        </p:spPr>
      </p:pic>
      <p:sp>
        <p:nvSpPr>
          <p:cNvPr id="36" name="Oval 35">
            <a:extLst>
              <a:ext uri="{FF2B5EF4-FFF2-40B4-BE49-F238E27FC236}">
                <a16:creationId xmlns:a16="http://schemas.microsoft.com/office/drawing/2014/main" id="{1C9183AD-9166-27E4-F8C4-4AAE1C7F0BB9}"/>
              </a:ext>
            </a:extLst>
          </p:cNvPr>
          <p:cNvSpPr/>
          <p:nvPr userDrawn="1"/>
        </p:nvSpPr>
        <p:spPr>
          <a:xfrm>
            <a:off x="9130046" y="6134101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FED6151-9FDE-FB42-89FC-0347B6A3276D}"/>
              </a:ext>
            </a:extLst>
          </p:cNvPr>
          <p:cNvSpPr/>
          <p:nvPr userDrawn="1"/>
        </p:nvSpPr>
        <p:spPr>
          <a:xfrm>
            <a:off x="8385329" y="6134101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Footer Placeholder 45">
            <a:extLst>
              <a:ext uri="{FF2B5EF4-FFF2-40B4-BE49-F238E27FC236}">
                <a16:creationId xmlns:a16="http://schemas.microsoft.com/office/drawing/2014/main" id="{41E6D8BC-2E14-B95F-1E2F-30FF6EE3AEB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7" name="Slide Number Placeholder 46">
            <a:extLst>
              <a:ext uri="{FF2B5EF4-FFF2-40B4-BE49-F238E27FC236}">
                <a16:creationId xmlns:a16="http://schemas.microsoft.com/office/drawing/2014/main" id="{89B6F428-7A93-4AA9-C12A-2A93DFEAF0B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08116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raphic 43">
            <a:extLst>
              <a:ext uri="{FF2B5EF4-FFF2-40B4-BE49-F238E27FC236}">
                <a16:creationId xmlns:a16="http://schemas.microsoft.com/office/drawing/2014/main" id="{94240F9C-F2B6-6263-0817-7E0809D9DF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85327"/>
          <a:stretch>
            <a:fillRect/>
          </a:stretch>
        </p:blipFill>
        <p:spPr>
          <a:xfrm rot="16200000">
            <a:off x="8348893" y="2856018"/>
            <a:ext cx="6718341" cy="1006304"/>
          </a:xfrm>
          <a:custGeom>
            <a:avLst/>
            <a:gdLst>
              <a:gd name="connsiteX0" fmla="*/ 0 w 6718341"/>
              <a:gd name="connsiteY0" fmla="*/ 0 h 1006304"/>
              <a:gd name="connsiteX1" fmla="*/ 6718341 w 6718341"/>
              <a:gd name="connsiteY1" fmla="*/ 0 h 1006304"/>
              <a:gd name="connsiteX2" fmla="*/ 6718341 w 6718341"/>
              <a:gd name="connsiteY2" fmla="*/ 1006304 h 1006304"/>
              <a:gd name="connsiteX3" fmla="*/ 0 w 6718341"/>
              <a:gd name="connsiteY3" fmla="*/ 1006304 h 1006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18341" h="1006304">
                <a:moveTo>
                  <a:pt x="0" y="0"/>
                </a:moveTo>
                <a:lnTo>
                  <a:pt x="6718341" y="0"/>
                </a:lnTo>
                <a:lnTo>
                  <a:pt x="6718341" y="1006304"/>
                </a:lnTo>
                <a:lnTo>
                  <a:pt x="0" y="1006304"/>
                </a:lnTo>
                <a:close/>
              </a:path>
            </a:pathLst>
          </a:custGeom>
        </p:spPr>
      </p:pic>
      <p:sp>
        <p:nvSpPr>
          <p:cNvPr id="50" name="Oval 49">
            <a:extLst>
              <a:ext uri="{FF2B5EF4-FFF2-40B4-BE49-F238E27FC236}">
                <a16:creationId xmlns:a16="http://schemas.microsoft.com/office/drawing/2014/main" id="{024F3BA7-5767-DA19-90B2-79087CCD234A}"/>
              </a:ext>
            </a:extLst>
          </p:cNvPr>
          <p:cNvSpPr/>
          <p:nvPr userDrawn="1"/>
        </p:nvSpPr>
        <p:spPr>
          <a:xfrm>
            <a:off x="11280648" y="1079982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75941C3B-69D9-2131-DE98-77882C6B492E}"/>
              </a:ext>
            </a:extLst>
          </p:cNvPr>
          <p:cNvSpPr/>
          <p:nvPr userDrawn="1"/>
        </p:nvSpPr>
        <p:spPr>
          <a:xfrm>
            <a:off x="9885091" y="4608699"/>
            <a:ext cx="1628275" cy="1628275"/>
          </a:xfrm>
          <a:prstGeom prst="ellipse">
            <a:avLst/>
          </a:prstGeom>
          <a:solidFill>
            <a:schemeClr val="accent3">
              <a:alpha val="9304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pic>
        <p:nvPicPr>
          <p:cNvPr id="72" name="Graphic 71">
            <a:extLst>
              <a:ext uri="{FF2B5EF4-FFF2-40B4-BE49-F238E27FC236}">
                <a16:creationId xmlns:a16="http://schemas.microsoft.com/office/drawing/2014/main" id="{F2C371ED-FE8B-10E6-6B09-AB1AF954AAF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4820" t="41526" b="3152"/>
          <a:stretch/>
        </p:blipFill>
        <p:spPr>
          <a:xfrm>
            <a:off x="-63921" y="5642"/>
            <a:ext cx="3769859" cy="6852356"/>
          </a:xfrm>
          <a:custGeom>
            <a:avLst/>
            <a:gdLst>
              <a:gd name="connsiteX0" fmla="*/ 0 w 3769859"/>
              <a:gd name="connsiteY0" fmla="*/ 0 h 6852356"/>
              <a:gd name="connsiteX1" fmla="*/ 3769859 w 3769859"/>
              <a:gd name="connsiteY1" fmla="*/ 0 h 6852356"/>
              <a:gd name="connsiteX2" fmla="*/ 3769859 w 3769859"/>
              <a:gd name="connsiteY2" fmla="*/ 6852356 h 6852356"/>
              <a:gd name="connsiteX3" fmla="*/ 0 w 3769859"/>
              <a:gd name="connsiteY3" fmla="*/ 6852356 h 6852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69859" h="6852356">
                <a:moveTo>
                  <a:pt x="0" y="0"/>
                </a:moveTo>
                <a:lnTo>
                  <a:pt x="3769859" y="0"/>
                </a:lnTo>
                <a:lnTo>
                  <a:pt x="3769859" y="6852356"/>
                </a:lnTo>
                <a:lnTo>
                  <a:pt x="0" y="6852356"/>
                </a:lnTo>
                <a:close/>
              </a:path>
            </a:pathLst>
          </a:custGeom>
        </p:spPr>
      </p:pic>
      <p:pic>
        <p:nvPicPr>
          <p:cNvPr id="57" name="Graphic 56">
            <a:extLst>
              <a:ext uri="{FF2B5EF4-FFF2-40B4-BE49-F238E27FC236}">
                <a16:creationId xmlns:a16="http://schemas.microsoft.com/office/drawing/2014/main" id="{E6DDC0DD-511A-395D-6DF6-B3EBA937EF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0633" b="65821"/>
          <a:stretch>
            <a:fillRect/>
          </a:stretch>
        </p:blipFill>
        <p:spPr>
          <a:xfrm flipV="1">
            <a:off x="5869" y="1"/>
            <a:ext cx="5332115" cy="2343995"/>
          </a:xfrm>
          <a:custGeom>
            <a:avLst/>
            <a:gdLst>
              <a:gd name="connsiteX0" fmla="*/ 0 w 5332115"/>
              <a:gd name="connsiteY0" fmla="*/ 2343995 h 2343995"/>
              <a:gd name="connsiteX1" fmla="*/ 5332115 w 5332115"/>
              <a:gd name="connsiteY1" fmla="*/ 2343995 h 2343995"/>
              <a:gd name="connsiteX2" fmla="*/ 5332115 w 5332115"/>
              <a:gd name="connsiteY2" fmla="*/ 0 h 2343995"/>
              <a:gd name="connsiteX3" fmla="*/ 0 w 5332115"/>
              <a:gd name="connsiteY3" fmla="*/ 0 h 2343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32115" h="2343995">
                <a:moveTo>
                  <a:pt x="0" y="2343995"/>
                </a:moveTo>
                <a:lnTo>
                  <a:pt x="5332115" y="2343995"/>
                </a:lnTo>
                <a:lnTo>
                  <a:pt x="5332115" y="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60" name="Graphic 59">
            <a:extLst>
              <a:ext uri="{FF2B5EF4-FFF2-40B4-BE49-F238E27FC236}">
                <a16:creationId xmlns:a16="http://schemas.microsoft.com/office/drawing/2014/main" id="{A03A29F6-2DC7-B284-F21B-10BBEECC052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4165" t="77500"/>
          <a:stretch>
            <a:fillRect/>
          </a:stretch>
        </p:blipFill>
        <p:spPr>
          <a:xfrm>
            <a:off x="-16872" y="-29980"/>
            <a:ext cx="4459335" cy="1601124"/>
          </a:xfrm>
          <a:custGeom>
            <a:avLst/>
            <a:gdLst>
              <a:gd name="connsiteX0" fmla="*/ 0 w 4459335"/>
              <a:gd name="connsiteY0" fmla="*/ 0 h 1543022"/>
              <a:gd name="connsiteX1" fmla="*/ 4459335 w 4459335"/>
              <a:gd name="connsiteY1" fmla="*/ 0 h 1543022"/>
              <a:gd name="connsiteX2" fmla="*/ 4459335 w 4459335"/>
              <a:gd name="connsiteY2" fmla="*/ 1543022 h 1543022"/>
              <a:gd name="connsiteX3" fmla="*/ 0 w 4459335"/>
              <a:gd name="connsiteY3" fmla="*/ 1543022 h 1543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59335" h="1543022">
                <a:moveTo>
                  <a:pt x="0" y="0"/>
                </a:moveTo>
                <a:lnTo>
                  <a:pt x="4459335" y="0"/>
                </a:lnTo>
                <a:lnTo>
                  <a:pt x="4459335" y="1543022"/>
                </a:lnTo>
                <a:lnTo>
                  <a:pt x="0" y="1543022"/>
                </a:lnTo>
                <a:close/>
              </a:path>
            </a:pathLst>
          </a:custGeom>
        </p:spPr>
      </p:pic>
      <p:sp>
        <p:nvSpPr>
          <p:cNvPr id="64" name="Oval 63">
            <a:extLst>
              <a:ext uri="{FF2B5EF4-FFF2-40B4-BE49-F238E27FC236}">
                <a16:creationId xmlns:a16="http://schemas.microsoft.com/office/drawing/2014/main" id="{5E42667F-7399-2294-D94B-CB84510A0E95}"/>
              </a:ext>
            </a:extLst>
          </p:cNvPr>
          <p:cNvSpPr/>
          <p:nvPr userDrawn="1"/>
        </p:nvSpPr>
        <p:spPr>
          <a:xfrm>
            <a:off x="3261092" y="1890018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6" name="Graphic 25" hidden="1">
            <a:extLst>
              <a:ext uri="{FF2B5EF4-FFF2-40B4-BE49-F238E27FC236}">
                <a16:creationId xmlns:a16="http://schemas.microsoft.com/office/drawing/2014/main" id="{422E8005-83A8-3555-6EFB-842E78C629DF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-162"/>
          <a:stretch/>
        </p:blipFill>
        <p:spPr>
          <a:xfrm>
            <a:off x="-6187440" y="1779373"/>
            <a:ext cx="20888725" cy="4583992"/>
          </a:xfrm>
          <a:custGeom>
            <a:avLst/>
            <a:gdLst>
              <a:gd name="connsiteX0" fmla="*/ 6153662 w 20854947"/>
              <a:gd name="connsiteY0" fmla="*/ 0 h 4583992"/>
              <a:gd name="connsiteX1" fmla="*/ 20854947 w 20854947"/>
              <a:gd name="connsiteY1" fmla="*/ 0 h 4583992"/>
              <a:gd name="connsiteX2" fmla="*/ 20854947 w 20854947"/>
              <a:gd name="connsiteY2" fmla="*/ 2190264 h 4583992"/>
              <a:gd name="connsiteX3" fmla="*/ 18345663 w 20854947"/>
              <a:gd name="connsiteY3" fmla="*/ 2190264 h 4583992"/>
              <a:gd name="connsiteX4" fmla="*/ 18345663 w 20854947"/>
              <a:gd name="connsiteY4" fmla="*/ 4583992 h 4583992"/>
              <a:gd name="connsiteX5" fmla="*/ 0 w 20854947"/>
              <a:gd name="connsiteY5" fmla="*/ 4583992 h 4583992"/>
              <a:gd name="connsiteX6" fmla="*/ 0 w 20854947"/>
              <a:gd name="connsiteY6" fmla="*/ 4313374 h 4583992"/>
              <a:gd name="connsiteX7" fmla="*/ 6153662 w 20854947"/>
              <a:gd name="connsiteY7" fmla="*/ 4313374 h 4583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854947" h="4583992">
                <a:moveTo>
                  <a:pt x="6153662" y="0"/>
                </a:moveTo>
                <a:lnTo>
                  <a:pt x="20854947" y="0"/>
                </a:lnTo>
                <a:lnTo>
                  <a:pt x="20854947" y="2190264"/>
                </a:lnTo>
                <a:lnTo>
                  <a:pt x="18345663" y="2190264"/>
                </a:lnTo>
                <a:lnTo>
                  <a:pt x="18345663" y="4583992"/>
                </a:lnTo>
                <a:lnTo>
                  <a:pt x="0" y="4583992"/>
                </a:lnTo>
                <a:lnTo>
                  <a:pt x="0" y="4313374"/>
                </a:lnTo>
                <a:lnTo>
                  <a:pt x="6153662" y="4313374"/>
                </a:lnTo>
                <a:close/>
              </a:path>
            </a:pathLst>
          </a:custGeom>
        </p:spPr>
      </p:pic>
      <p:sp>
        <p:nvSpPr>
          <p:cNvPr id="73" name="Title 1">
            <a:extLst>
              <a:ext uri="{FF2B5EF4-FFF2-40B4-BE49-F238E27FC236}">
                <a16:creationId xmlns:a16="http://schemas.microsoft.com/office/drawing/2014/main" id="{11BE7A0F-8563-C84F-54DB-CF04C6DAD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5583" y="2214823"/>
            <a:ext cx="3769859" cy="1975104"/>
          </a:xfrm>
        </p:spPr>
        <p:txBody>
          <a:bodyPr anchor="b">
            <a:no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354F95-4CC9-871D-2B3D-873AB0B213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96231" y="4278235"/>
            <a:ext cx="3081528" cy="1170432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727608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F45380E4-4280-4D6A-412C-BEC95C8CA7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E2DEC6B-E418-F7FA-5D06-66914BE64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CDBC6FA3-472C-62C4-429A-28029D228DD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F0B4C4FF-8EF1-767D-7C77-03D625E4B32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23964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A48C42A6-E4A3-57E4-DBFE-86C89D6D36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0272D4-D364-93D2-A948-9DD478627EA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4DD4E5-F3CE-6199-31DD-1C03C409E0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71291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3FA20FC2-E959-7E20-4647-E505BD8BE4F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56E61-4EF1-44C9-6CC9-6876765A7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2057400"/>
            <a:ext cx="6172200" cy="406908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7802A7-DF1B-DE1B-4EA4-055C593507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406908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B2F4222-9F0A-A7FE-DFA4-39F2D1A27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A9174264-0D17-CF28-8778-3DD02FD42C4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FFFA002-049D-7794-5114-044DA2B571D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F54A2A46-C45B-ED08-EE41-CEC7D354733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A4EA03-DC7A-CC5C-0E56-20FDFBD152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0012" y="1725930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A30CC9-5F1C-933D-A4C9-7DCE2F039E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304BF9-EDC8-7868-84C1-6CCB690381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FE0970-0DB3-2D10-BEAE-54A52070A1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FC668391-E0E0-74A5-F96F-B67ECAE86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11728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1E197C-8454-08AA-A652-357480D988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530FAC-6DFA-F32C-E62D-5C32C06A02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2271" y="623443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7B62FF-DCC3-B0E5-E9C3-736A708235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51903" y="809244"/>
            <a:ext cx="941832" cy="6217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>
                <a:solidFill>
                  <a:schemeClr val="bg2"/>
                </a:solidFill>
              </a:defRPr>
            </a:lvl1pPr>
          </a:lstStyle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EEFFBFB-5A27-2D81-3931-C98447651EF4}"/>
              </a:ext>
            </a:extLst>
          </p:cNvPr>
          <p:cNvSpPr/>
          <p:nvPr userDrawn="1"/>
        </p:nvSpPr>
        <p:spPr>
          <a:xfrm>
            <a:off x="732271" y="723899"/>
            <a:ext cx="10727977" cy="780809"/>
          </a:xfrm>
          <a:prstGeom prst="rect">
            <a:avLst/>
          </a:prstGeom>
          <a:solidFill>
            <a:schemeClr val="bg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495E283-E2C6-EE8C-5FC9-96FD9B2DC537}"/>
              </a:ext>
            </a:extLst>
          </p:cNvPr>
          <p:cNvSpPr/>
          <p:nvPr userDrawn="1"/>
        </p:nvSpPr>
        <p:spPr>
          <a:xfrm>
            <a:off x="732271" y="404734"/>
            <a:ext cx="10727977" cy="319166"/>
          </a:xfrm>
          <a:prstGeom prst="rect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BEB7FA7-6E9C-81BB-8E55-A22BFF734E24}"/>
              </a:ext>
            </a:extLst>
          </p:cNvPr>
          <p:cNvCxnSpPr>
            <a:cxnSpLocks/>
          </p:cNvCxnSpPr>
          <p:nvPr userDrawn="1"/>
        </p:nvCxnSpPr>
        <p:spPr>
          <a:xfrm>
            <a:off x="1655064" y="722376"/>
            <a:ext cx="0" cy="780808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Graphic 28">
            <a:extLst>
              <a:ext uri="{FF2B5EF4-FFF2-40B4-BE49-F238E27FC236}">
                <a16:creationId xmlns:a16="http://schemas.microsoft.com/office/drawing/2014/main" id="{77E78B78-C9C0-6811-5C24-BA7F4E612036}"/>
              </a:ext>
            </a:extLst>
          </p:cNvPr>
          <p:cNvPicPr>
            <a:picLocks noChangeAspect="1"/>
          </p:cNvPicPr>
          <p:nvPr userDrawn="1"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 rot="13498771">
            <a:off x="868523" y="778989"/>
            <a:ext cx="660389" cy="660389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F9C8F7F-2A36-A3D8-7C9C-CFDFFF47B82A}"/>
              </a:ext>
            </a:extLst>
          </p:cNvPr>
          <p:cNvCxnSpPr>
            <a:cxnSpLocks/>
          </p:cNvCxnSpPr>
          <p:nvPr userDrawn="1"/>
        </p:nvCxnSpPr>
        <p:spPr>
          <a:xfrm>
            <a:off x="2593735" y="718779"/>
            <a:ext cx="0" cy="780808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59602F-1B68-185F-6DA7-FDDA1F06A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7480" y="731520"/>
            <a:ext cx="8762246" cy="7772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648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2" r:id="rId3"/>
    <p:sldLayoutId id="2147483651" r:id="rId4"/>
    <p:sldLayoutId id="2147483658" r:id="rId5"/>
    <p:sldLayoutId id="2147483663" r:id="rId6"/>
    <p:sldLayoutId id="2147483664" r:id="rId7"/>
    <p:sldLayoutId id="2147483659" r:id="rId8"/>
    <p:sldLayoutId id="2147483660" r:id="rId9"/>
    <p:sldLayoutId id="2147483661" r:id="rId10"/>
    <p:sldLayoutId id="2147483652" r:id="rId11"/>
    <p:sldLayoutId id="2147483667" r:id="rId12"/>
    <p:sldLayoutId id="2147483653" r:id="rId13"/>
    <p:sldLayoutId id="2147483668" r:id="rId14"/>
    <p:sldLayoutId id="2147483665" r:id="rId15"/>
    <p:sldLayoutId id="2147483666" r:id="rId16"/>
    <p:sldLayoutId id="2147483654" r:id="rId17"/>
    <p:sldLayoutId id="2147483655" r:id="rId18"/>
    <p:sldLayoutId id="2147483656" r:id="rId19"/>
    <p:sldLayoutId id="2147483657" r:id="rId2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3464" indent="-283464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66928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28762-BFD9-B53C-F438-D440DBFDD2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51176" y="2011680"/>
            <a:ext cx="6528816" cy="1883664"/>
          </a:xfrm>
        </p:spPr>
        <p:txBody>
          <a:bodyPr/>
          <a:lstStyle/>
          <a:p>
            <a:r>
              <a:rPr lang="en-US" altLang="en-US" dirty="0">
                <a:solidFill>
                  <a:schemeClr val="accent1"/>
                </a:solidFill>
              </a:rPr>
              <a:t>Customer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accent3"/>
                </a:solidFill>
              </a:rPr>
              <a:t>Segmentation</a:t>
            </a:r>
            <a:r>
              <a:rPr lang="en-US" altLang="en-US" dirty="0"/>
              <a:t> Analysis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7451B7-2A25-8813-BC77-07DE3529FC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24328" y="4434840"/>
            <a:ext cx="5943600" cy="41148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Based on </a:t>
            </a:r>
            <a:r>
              <a:rPr lang="en-US" b="1" dirty="0">
                <a:solidFill>
                  <a:schemeClr val="accent3"/>
                </a:solidFill>
              </a:rPr>
              <a:t>U.S. Market </a:t>
            </a:r>
            <a:r>
              <a:rPr lang="en-US" b="1" dirty="0"/>
              <a:t>Purchase Data</a:t>
            </a:r>
          </a:p>
        </p:txBody>
      </p:sp>
    </p:spTree>
    <p:extLst>
      <p:ext uri="{BB962C8B-B14F-4D97-AF65-F5344CB8AC3E}">
        <p14:creationId xmlns:p14="http://schemas.microsoft.com/office/powerpoint/2010/main" val="28275939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D6DF6-5B25-79AF-09F2-0008B7DD2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626" y="164592"/>
            <a:ext cx="8762246" cy="812673"/>
          </a:xfrm>
        </p:spPr>
        <p:txBody>
          <a:bodyPr/>
          <a:lstStyle/>
          <a:p>
            <a:r>
              <a:rPr lang="en-US" altLang="en-US" sz="6000" b="1" dirty="0">
                <a:latin typeface="Bodoni MT Poster Compressed" panose="02070706080601050204" pitchFamily="18" charset="0"/>
              </a:rPr>
              <a:t>Analysis Roadmap </a:t>
            </a:r>
            <a:endParaRPr lang="en-US" sz="6000" b="1" dirty="0">
              <a:latin typeface="Bodoni MT Poster Compressed" panose="020707060806010502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49DED-F98B-AA29-6402-0A09C4EFE0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1175004"/>
            <a:ext cx="8659368" cy="683514"/>
          </a:xfrm>
        </p:spPr>
        <p:txBody>
          <a:bodyPr/>
          <a:lstStyle/>
          <a:p>
            <a:pPr fontAlgn="auto">
              <a:spcAft>
                <a:spcPts val="0"/>
              </a:spcAft>
            </a:pPr>
            <a:r>
              <a:rPr lang="en-US" sz="3200" dirty="0"/>
              <a:t>Dataset Overview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BAF7CB-A8CE-582C-C1DB-E6D72AC69A4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1988820"/>
            <a:ext cx="8659368" cy="659511"/>
          </a:xfrm>
        </p:spPr>
        <p:txBody>
          <a:bodyPr/>
          <a:lstStyle/>
          <a:p>
            <a:pPr fontAlgn="auto">
              <a:spcAft>
                <a:spcPts val="0"/>
              </a:spcAft>
            </a:pPr>
            <a:r>
              <a:rPr lang="en-US" sz="3200" dirty="0">
                <a:solidFill>
                  <a:schemeClr val="bg1"/>
                </a:solidFill>
              </a:rPr>
              <a:t>Product Category &amp; Discounts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C403DC-3521-3A53-9255-0D192EBD4F2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0" y="2813495"/>
            <a:ext cx="8659368" cy="674370"/>
          </a:xfrm>
        </p:spPr>
        <p:txBody>
          <a:bodyPr/>
          <a:lstStyle/>
          <a:p>
            <a:pPr fontAlgn="auto">
              <a:spcAft>
                <a:spcPts val="0"/>
              </a:spcAft>
            </a:pPr>
            <a:r>
              <a:rPr lang="en-US" sz="3200" dirty="0"/>
              <a:t>Card Spend By Age Group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1F6EA68-2AA8-DF86-685C-EC384312776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3602164"/>
            <a:ext cx="8659368" cy="683514"/>
          </a:xfrm>
        </p:spPr>
        <p:txBody>
          <a:bodyPr/>
          <a:lstStyle/>
          <a:p>
            <a:pPr fontAlgn="auto">
              <a:spcAft>
                <a:spcPts val="0"/>
              </a:spcAft>
            </a:pPr>
            <a:r>
              <a:rPr lang="en-IN" sz="3200" dirty="0">
                <a:solidFill>
                  <a:schemeClr val="bg1"/>
                </a:solidFill>
              </a:rPr>
              <a:t>Seasonal &amp; Location Impact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2545FBC-2F5C-8772-F385-63E10355830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0" y="4419408"/>
            <a:ext cx="8659368" cy="663511"/>
          </a:xfrm>
        </p:spPr>
        <p:txBody>
          <a:bodyPr/>
          <a:lstStyle/>
          <a:p>
            <a:r>
              <a:rPr lang="en-IN" sz="3200" dirty="0"/>
              <a:t>Customer Cluster Profiles</a:t>
            </a:r>
            <a:endParaRPr lang="en-US" sz="3200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50B2A177-2008-0C5D-8067-6074D104AD81}"/>
              </a:ext>
            </a:extLst>
          </p:cNvPr>
          <p:cNvSpPr txBox="1">
            <a:spLocks/>
          </p:cNvSpPr>
          <p:nvPr/>
        </p:nvSpPr>
        <p:spPr>
          <a:xfrm>
            <a:off x="0" y="5181790"/>
            <a:ext cx="8659368" cy="717804"/>
          </a:xfrm>
          <a:prstGeom prst="rect">
            <a:avLst/>
          </a:prstGeom>
          <a:solidFill>
            <a:srgbClr val="6B1554"/>
          </a:solidFill>
        </p:spPr>
        <p:txBody>
          <a:bodyPr vert="horz" lIns="713232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566928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IN" sz="3200" dirty="0">
                <a:solidFill>
                  <a:schemeClr val="bg1"/>
                </a:solidFill>
              </a:rPr>
              <a:t>Key Recommendations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9" name="Rectangle 1">
            <a:extLst>
              <a:ext uri="{FF2B5EF4-FFF2-40B4-BE49-F238E27FC236}">
                <a16:creationId xmlns:a16="http://schemas.microsoft.com/office/drawing/2014/main" id="{F4BFB221-CE2B-A649-E78F-C90951BA8F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Analysis Roadmap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EB871BF8-D930-844E-793A-2052AB1F6B87}"/>
              </a:ext>
            </a:extLst>
          </p:cNvPr>
          <p:cNvSpPr txBox="1">
            <a:spLocks/>
          </p:cNvSpPr>
          <p:nvPr/>
        </p:nvSpPr>
        <p:spPr>
          <a:xfrm>
            <a:off x="0" y="5983030"/>
            <a:ext cx="8659368" cy="717804"/>
          </a:xfrm>
          <a:prstGeom prst="rect">
            <a:avLst/>
          </a:prstGeom>
          <a:solidFill>
            <a:srgbClr val="7F0101"/>
          </a:solidFill>
        </p:spPr>
        <p:txBody>
          <a:bodyPr vert="horz" lIns="713232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566928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IN" sz="3200" dirty="0"/>
              <a:t>Conclusion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27" name="Explosion: 14 Points 26">
            <a:extLst>
              <a:ext uri="{FF2B5EF4-FFF2-40B4-BE49-F238E27FC236}">
                <a16:creationId xmlns:a16="http://schemas.microsoft.com/office/drawing/2014/main" id="{B12E1C38-0C9E-9DCD-C0F4-14FD597CE973}"/>
              </a:ext>
            </a:extLst>
          </p:cNvPr>
          <p:cNvSpPr/>
          <p:nvPr/>
        </p:nvSpPr>
        <p:spPr>
          <a:xfrm>
            <a:off x="8078724" y="1006983"/>
            <a:ext cx="960120" cy="946979"/>
          </a:xfrm>
          <a:prstGeom prst="irregularSeal2">
            <a:avLst/>
          </a:prstGeom>
          <a:solidFill>
            <a:srgbClr val="C00000"/>
          </a:solidFill>
          <a:ln w="3810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dirty="0"/>
              <a:t>1</a:t>
            </a:r>
          </a:p>
        </p:txBody>
      </p:sp>
      <p:sp>
        <p:nvSpPr>
          <p:cNvPr id="54" name="Explosion: 14 Points 53">
            <a:extLst>
              <a:ext uri="{FF2B5EF4-FFF2-40B4-BE49-F238E27FC236}">
                <a16:creationId xmlns:a16="http://schemas.microsoft.com/office/drawing/2014/main" id="{BFCF5CBC-D728-70E7-7723-FCE58469C4F9}"/>
              </a:ext>
            </a:extLst>
          </p:cNvPr>
          <p:cNvSpPr/>
          <p:nvPr/>
        </p:nvSpPr>
        <p:spPr>
          <a:xfrm>
            <a:off x="8032242" y="4285678"/>
            <a:ext cx="960120" cy="946979"/>
          </a:xfrm>
          <a:prstGeom prst="irregularSeal2">
            <a:avLst/>
          </a:prstGeom>
          <a:solidFill>
            <a:schemeClr val="accent3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dirty="0"/>
              <a:t>5</a:t>
            </a:r>
          </a:p>
        </p:txBody>
      </p:sp>
      <p:sp>
        <p:nvSpPr>
          <p:cNvPr id="55" name="Explosion: 14 Points 54">
            <a:extLst>
              <a:ext uri="{FF2B5EF4-FFF2-40B4-BE49-F238E27FC236}">
                <a16:creationId xmlns:a16="http://schemas.microsoft.com/office/drawing/2014/main" id="{88F4A9A6-C9CE-A16D-3C03-C7D9B2786566}"/>
              </a:ext>
            </a:extLst>
          </p:cNvPr>
          <p:cNvSpPr/>
          <p:nvPr/>
        </p:nvSpPr>
        <p:spPr>
          <a:xfrm>
            <a:off x="8041386" y="3470431"/>
            <a:ext cx="960120" cy="946979"/>
          </a:xfrm>
          <a:prstGeom prst="irregularSeal2">
            <a:avLst/>
          </a:prstGeom>
          <a:solidFill>
            <a:schemeClr val="tx2">
              <a:lumMod val="75000"/>
              <a:lumOff val="2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dirty="0"/>
              <a:t>4</a:t>
            </a:r>
          </a:p>
        </p:txBody>
      </p:sp>
      <p:sp>
        <p:nvSpPr>
          <p:cNvPr id="56" name="Explosion: 14 Points 55">
            <a:extLst>
              <a:ext uri="{FF2B5EF4-FFF2-40B4-BE49-F238E27FC236}">
                <a16:creationId xmlns:a16="http://schemas.microsoft.com/office/drawing/2014/main" id="{62FF5A55-F9B2-06CC-D821-8E1503D635C1}"/>
              </a:ext>
            </a:extLst>
          </p:cNvPr>
          <p:cNvSpPr/>
          <p:nvPr/>
        </p:nvSpPr>
        <p:spPr>
          <a:xfrm>
            <a:off x="8041386" y="1817566"/>
            <a:ext cx="960120" cy="946979"/>
          </a:xfrm>
          <a:prstGeom prst="irregularSeal2">
            <a:avLst/>
          </a:prstGeom>
          <a:solidFill>
            <a:schemeClr val="accent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dirty="0"/>
              <a:t>2</a:t>
            </a:r>
          </a:p>
        </p:txBody>
      </p:sp>
      <p:sp>
        <p:nvSpPr>
          <p:cNvPr id="57" name="Explosion: 14 Points 56">
            <a:extLst>
              <a:ext uri="{FF2B5EF4-FFF2-40B4-BE49-F238E27FC236}">
                <a16:creationId xmlns:a16="http://schemas.microsoft.com/office/drawing/2014/main" id="{06D0E0CE-1647-75E2-FA09-D66D09638D48}"/>
              </a:ext>
            </a:extLst>
          </p:cNvPr>
          <p:cNvSpPr/>
          <p:nvPr/>
        </p:nvSpPr>
        <p:spPr>
          <a:xfrm>
            <a:off x="8055864" y="2683189"/>
            <a:ext cx="960120" cy="946979"/>
          </a:xfrm>
          <a:prstGeom prst="irregularSeal2">
            <a:avLst/>
          </a:prstGeom>
          <a:solidFill>
            <a:schemeClr val="accent4">
              <a:lumMod val="7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dirty="0"/>
              <a:t>3</a:t>
            </a:r>
          </a:p>
        </p:txBody>
      </p:sp>
      <p:sp>
        <p:nvSpPr>
          <p:cNvPr id="58" name="Explosion: 14 Points 57">
            <a:extLst>
              <a:ext uri="{FF2B5EF4-FFF2-40B4-BE49-F238E27FC236}">
                <a16:creationId xmlns:a16="http://schemas.microsoft.com/office/drawing/2014/main" id="{B05E3B31-2974-D983-C938-CAE0DA55A03D}"/>
              </a:ext>
            </a:extLst>
          </p:cNvPr>
          <p:cNvSpPr/>
          <p:nvPr/>
        </p:nvSpPr>
        <p:spPr>
          <a:xfrm>
            <a:off x="8055864" y="5851017"/>
            <a:ext cx="960120" cy="946979"/>
          </a:xfrm>
          <a:prstGeom prst="irregularSeal2">
            <a:avLst/>
          </a:prstGeom>
          <a:solidFill>
            <a:srgbClr val="C0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dirty="0"/>
              <a:t>7</a:t>
            </a:r>
          </a:p>
        </p:txBody>
      </p:sp>
      <p:sp>
        <p:nvSpPr>
          <p:cNvPr id="59" name="Explosion: 14 Points 58">
            <a:extLst>
              <a:ext uri="{FF2B5EF4-FFF2-40B4-BE49-F238E27FC236}">
                <a16:creationId xmlns:a16="http://schemas.microsoft.com/office/drawing/2014/main" id="{2C940FD5-5AAD-0B82-4BA3-3378A005A730}"/>
              </a:ext>
            </a:extLst>
          </p:cNvPr>
          <p:cNvSpPr/>
          <p:nvPr/>
        </p:nvSpPr>
        <p:spPr>
          <a:xfrm>
            <a:off x="8023098" y="5082919"/>
            <a:ext cx="960120" cy="946979"/>
          </a:xfrm>
          <a:prstGeom prst="irregularSeal2">
            <a:avLst/>
          </a:prstGeom>
          <a:solidFill>
            <a:srgbClr val="7030A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52850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0BA60034-9E02-4BFF-D46B-98C157D63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7480" y="731520"/>
            <a:ext cx="8762246" cy="777240"/>
          </a:xfrm>
        </p:spPr>
        <p:txBody>
          <a:bodyPr/>
          <a:lstStyle/>
          <a:p>
            <a:pPr fontAlgn="auto">
              <a:spcAft>
                <a:spcPts val="0"/>
              </a:spcAft>
            </a:pPr>
            <a:r>
              <a:rPr lang="en-US" dirty="0"/>
              <a:t>Dataset Overview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BA91497-60EB-6CC6-BE1A-11323E8A96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200" y="1856232"/>
            <a:ext cx="7891272" cy="3843528"/>
          </a:xfrm>
        </p:spPr>
        <p:txBody>
          <a:bodyPr>
            <a:normAutofit/>
          </a:bodyPr>
          <a:lstStyle/>
          <a:p>
            <a:r>
              <a:rPr lang="en-US" altLang="en-US" dirty="0"/>
              <a:t>U.S. shopping data with 3,900 customers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entury Schoolbook" panose="02040604050505020304" pitchFamily="18" charset="0"/>
              </a:rPr>
              <a:t>Our dataset captures the shopping journey of 3,900 customers across the U.S. market.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entury Schoolbook" panose="02040604050505020304" pitchFamily="18" charset="0"/>
              </a:rPr>
              <a:t>Each record tells us who the customer is (age, gender, location), what they buy (category, item, spend), and how they shop (payment, frequency, discounts, reviews).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entury Schoolbook" panose="02040604050505020304" pitchFamily="18" charset="0"/>
              </a:rPr>
              <a:t>By piecing these details together, we aim to uncover hidden patterns - what drives purchases, how seasons and locations matter, and which groups are most loyal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Ultimately, our goal is to move from</a:t>
            </a:r>
          </a:p>
          <a:p>
            <a:r>
              <a:rPr lang="en-US" dirty="0"/>
              <a:t>data → insights → targeted marketing strategies.</a:t>
            </a:r>
          </a:p>
          <a:p>
            <a:endParaRPr lang="en-US" dirty="0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09EE273-65DC-EBC2-149C-7BB5726CEB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900E35B6-58C6-ABFD-1333-AA1B7702D18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3432233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392C2-777E-60D1-56FD-332295C4F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Product Category &amp; Discounts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92849E-4220-7FB6-B47E-00C157477A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8827" y="4078224"/>
            <a:ext cx="8284464" cy="2313432"/>
          </a:xfrm>
        </p:spPr>
        <p:txBody>
          <a:bodyPr>
            <a:normAutofit fontScale="47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3300" b="1" dirty="0"/>
              <a:t>Marketing Insights:</a:t>
            </a:r>
          </a:p>
          <a:p>
            <a:pPr marL="285750" indent="-285750">
              <a:lnSpc>
                <a:spcPct val="150000"/>
              </a:lnSpc>
            </a:pPr>
            <a:r>
              <a:rPr lang="en-US" b="1" dirty="0">
                <a:latin typeface="Amasis MT Pro Black" panose="02040A04050005020304" pitchFamily="18" charset="0"/>
              </a:rPr>
              <a:t>Accessories</a:t>
            </a:r>
            <a:r>
              <a:rPr lang="en-US" dirty="0"/>
              <a:t> → </a:t>
            </a:r>
            <a:r>
              <a:rPr lang="en-US" dirty="0">
                <a:latin typeface="Algerian" panose="04020705040A02060702" pitchFamily="82" charset="0"/>
              </a:rPr>
              <a:t>Use </a:t>
            </a:r>
            <a:r>
              <a:rPr lang="en-US" b="1" dirty="0">
                <a:latin typeface="Algerian" panose="04020705040A02060702" pitchFamily="82" charset="0"/>
              </a:rPr>
              <a:t>discount bundles &amp; BOGO (Buy One, Get One) offers</a:t>
            </a:r>
            <a:r>
              <a:rPr lang="en-US" dirty="0">
                <a:latin typeface="Algerian" panose="04020705040A02060702" pitchFamily="82" charset="0"/>
              </a:rPr>
              <a:t> to boost sales further.</a:t>
            </a:r>
            <a:endParaRPr lang="en-US" b="1" dirty="0">
              <a:latin typeface="Algerian" panose="04020705040A02060702" pitchFamily="82" charset="0"/>
            </a:endParaRPr>
          </a:p>
          <a:p>
            <a:pPr marL="285750" indent="-285750">
              <a:lnSpc>
                <a:spcPct val="150000"/>
              </a:lnSpc>
            </a:pPr>
            <a:r>
              <a:rPr lang="en-US" b="1" dirty="0">
                <a:latin typeface="Amasis MT Pro Black" panose="02040A04050005020304" pitchFamily="18" charset="0"/>
              </a:rPr>
              <a:t>Clothing</a:t>
            </a:r>
            <a:r>
              <a:rPr lang="en-US" dirty="0"/>
              <a:t> → </a:t>
            </a:r>
            <a:r>
              <a:rPr lang="en-US" dirty="0">
                <a:latin typeface="Algerian" panose="04020705040A02060702" pitchFamily="82" charset="0"/>
              </a:rPr>
              <a:t>Keep as the </a:t>
            </a:r>
            <a:r>
              <a:rPr lang="en-US" b="1" dirty="0">
                <a:latin typeface="Algerian" panose="04020705040A02060702" pitchFamily="82" charset="0"/>
              </a:rPr>
              <a:t>core product line</a:t>
            </a:r>
            <a:r>
              <a:rPr lang="en-US" dirty="0">
                <a:latin typeface="Algerian" panose="04020705040A02060702" pitchFamily="82" charset="0"/>
              </a:rPr>
              <a:t>; only light discounting needed.</a:t>
            </a:r>
          </a:p>
          <a:p>
            <a:pPr marL="285750" indent="-285750">
              <a:lnSpc>
                <a:spcPct val="150000"/>
              </a:lnSpc>
            </a:pPr>
            <a:r>
              <a:rPr lang="en-US" b="1" dirty="0">
                <a:latin typeface="Amasis MT Pro Black" panose="02040A04050005020304" pitchFamily="18" charset="0"/>
              </a:rPr>
              <a:t>Footwear</a:t>
            </a:r>
            <a:r>
              <a:rPr lang="en-US" dirty="0">
                <a:latin typeface="Amasis MT Pro Black" panose="02040A04050005020304" pitchFamily="18" charset="0"/>
              </a:rPr>
              <a:t> </a:t>
            </a:r>
            <a:r>
              <a:rPr lang="en-US" dirty="0"/>
              <a:t>→ </a:t>
            </a:r>
            <a:r>
              <a:rPr lang="en-US" dirty="0">
                <a:latin typeface="Algerian" panose="04020705040A02060702" pitchFamily="82" charset="0"/>
              </a:rPr>
              <a:t>Promote as </a:t>
            </a:r>
            <a:r>
              <a:rPr lang="en-US" b="1" dirty="0">
                <a:latin typeface="Algerian" panose="04020705040A02060702" pitchFamily="82" charset="0"/>
              </a:rPr>
              <a:t>premium/high-quality items</a:t>
            </a:r>
            <a:r>
              <a:rPr lang="en-US" dirty="0">
                <a:latin typeface="Algerian" panose="04020705040A02060702" pitchFamily="82" charset="0"/>
              </a:rPr>
              <a:t>; highlight good ratings in ads.</a:t>
            </a:r>
          </a:p>
          <a:p>
            <a:pPr marL="285750" indent="-285750">
              <a:lnSpc>
                <a:spcPct val="150000"/>
              </a:lnSpc>
            </a:pPr>
            <a:r>
              <a:rPr lang="en-US" b="1" dirty="0">
                <a:latin typeface="Amasis MT Pro Black" panose="02040A04050005020304" pitchFamily="18" charset="0"/>
              </a:rPr>
              <a:t>Outerwear</a:t>
            </a:r>
            <a:r>
              <a:rPr lang="en-US" dirty="0"/>
              <a:t> → </a:t>
            </a:r>
            <a:r>
              <a:rPr lang="en-US" dirty="0">
                <a:latin typeface="Algerian" panose="04020705040A02060702" pitchFamily="82" charset="0"/>
              </a:rPr>
              <a:t>Needs </a:t>
            </a:r>
            <a:r>
              <a:rPr lang="en-US" b="1" dirty="0">
                <a:latin typeface="Algerian" panose="04020705040A02060702" pitchFamily="82" charset="0"/>
              </a:rPr>
              <a:t>strong promotions and discounts</a:t>
            </a:r>
            <a:r>
              <a:rPr lang="en-US" dirty="0">
                <a:latin typeface="Algerian" panose="04020705040A02060702" pitchFamily="82" charset="0"/>
              </a:rPr>
              <a:t> to move stock; consider repositioning or clearance strategies.</a:t>
            </a:r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DE60D4-BC6D-EA76-CF36-DE204D76AE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709A35-AB5E-B26E-4518-191B9173120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248A1AD-DD3E-6D31-0D56-C13AA8584C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0480896"/>
              </p:ext>
            </p:extLst>
          </p:nvPr>
        </p:nvGraphicFramePr>
        <p:xfrm>
          <a:off x="778827" y="1690778"/>
          <a:ext cx="7322758" cy="218402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992001">
                  <a:extLst>
                    <a:ext uri="{9D8B030D-6E8A-4147-A177-3AD203B41FA5}">
                      <a16:colId xmlns:a16="http://schemas.microsoft.com/office/drawing/2014/main" val="432152282"/>
                    </a:ext>
                  </a:extLst>
                </a:gridCol>
                <a:gridCol w="1614253">
                  <a:extLst>
                    <a:ext uri="{9D8B030D-6E8A-4147-A177-3AD203B41FA5}">
                      <a16:colId xmlns:a16="http://schemas.microsoft.com/office/drawing/2014/main" val="1974001180"/>
                    </a:ext>
                  </a:extLst>
                </a:gridCol>
                <a:gridCol w="1641307">
                  <a:extLst>
                    <a:ext uri="{9D8B030D-6E8A-4147-A177-3AD203B41FA5}">
                      <a16:colId xmlns:a16="http://schemas.microsoft.com/office/drawing/2014/main" val="1440772849"/>
                    </a:ext>
                  </a:extLst>
                </a:gridCol>
                <a:gridCol w="1307635">
                  <a:extLst>
                    <a:ext uri="{9D8B030D-6E8A-4147-A177-3AD203B41FA5}">
                      <a16:colId xmlns:a16="http://schemas.microsoft.com/office/drawing/2014/main" val="3464495234"/>
                    </a:ext>
                  </a:extLst>
                </a:gridCol>
                <a:gridCol w="1767562">
                  <a:extLst>
                    <a:ext uri="{9D8B030D-6E8A-4147-A177-3AD203B41FA5}">
                      <a16:colId xmlns:a16="http://schemas.microsoft.com/office/drawing/2014/main" val="1914020906"/>
                    </a:ext>
                  </a:extLst>
                </a:gridCol>
              </a:tblGrid>
              <a:tr h="550992"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Category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Purchased (USD)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Average of Total Purchase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Average of Discount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Average of Review Rating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6363876"/>
                  </a:ext>
                </a:extLst>
              </a:tr>
              <a:tr h="41291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Accessories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$74,200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59.84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43.79%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3.77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2694063"/>
                  </a:ext>
                </a:extLst>
              </a:tr>
              <a:tr h="30510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Clothing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$104,264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60.03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42.08%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3.72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2380571"/>
                  </a:ext>
                </a:extLst>
              </a:tr>
              <a:tr h="30510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Footwear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$36,093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60.26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43.24%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3.79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0080178"/>
                  </a:ext>
                </a:extLst>
              </a:tr>
              <a:tr h="30510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Outerwear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$18,524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57.17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44.44%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3.75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6829509"/>
                  </a:ext>
                </a:extLst>
              </a:tr>
              <a:tr h="289764"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Overall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$233,081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59.76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43.00%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3.75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0143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2666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1973F2A-9428-15E3-8E98-01097CBFB3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62472" y="1905886"/>
            <a:ext cx="3163824" cy="167335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en-US" dirty="0">
                <a:latin typeface="Amasis MT Pro Black" panose="02040A04050005020304" pitchFamily="18" charset="0"/>
              </a:rPr>
              <a:t>Card use is fairly stable across all age groups hovering around 33-35%.</a:t>
            </a:r>
          </a:p>
          <a:p>
            <a:pPr>
              <a:lnSpc>
                <a:spcPct val="100000"/>
              </a:lnSpc>
            </a:pPr>
            <a:endParaRPr lang="en-US" altLang="en-US" dirty="0">
              <a:latin typeface="Amasis MT Pro Black" panose="02040A040500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altLang="en-US" dirty="0">
                <a:latin typeface="Amasis MT Pro Black" panose="02040A04050005020304" pitchFamily="18" charset="0"/>
              </a:rPr>
              <a:t>No single age group shows a dramatic preference for cards.</a:t>
            </a:r>
          </a:p>
          <a:p>
            <a:endParaRPr lang="en-IN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586FC22-27B9-9EBC-7361-546745900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Card Spend By Age Group</a:t>
            </a:r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FDC3F6C-38BB-A205-090A-8A99B9B4567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D98435F-8200-3C12-3BB4-BCCF141F9ED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AF52A9B-FCFB-A181-1D16-4CFA715D44E2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22376" y="3712464"/>
            <a:ext cx="8531352" cy="2414016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00000"/>
              </a:lnSpc>
            </a:pPr>
            <a:r>
              <a:rPr lang="en-IN" b="1" dirty="0">
                <a:latin typeface="Amasis MT Pro Black" panose="02040A04050005020304" pitchFamily="18" charset="0"/>
              </a:rPr>
              <a:t>Younger Customers ( 18–30 ) </a:t>
            </a:r>
            <a:r>
              <a:rPr lang="en-IN" dirty="0">
                <a:latin typeface="Algerian" panose="04020705040A02060702" pitchFamily="82" charset="0"/>
              </a:rPr>
              <a:t>have </a:t>
            </a:r>
            <a:r>
              <a:rPr lang="en-US" dirty="0">
                <a:latin typeface="Algerian" panose="04020705040A02060702" pitchFamily="82" charset="0"/>
              </a:rPr>
              <a:t>purchase amount of </a:t>
            </a:r>
            <a:r>
              <a:rPr lang="en-US" b="1" dirty="0">
                <a:latin typeface="Amasis MT Pro Black" panose="02040A04050005020304" pitchFamily="18" charset="0"/>
              </a:rPr>
              <a:t>$60.36</a:t>
            </a:r>
            <a:r>
              <a:rPr lang="en-US" dirty="0">
                <a:latin typeface="Algerian" panose="04020705040A02060702" pitchFamily="82" charset="0"/>
              </a:rPr>
              <a:t>, slightly higher than other groups, shows greater spending potential per transaction. Card usage </a:t>
            </a:r>
            <a:r>
              <a:rPr lang="en-US" b="1" dirty="0">
                <a:latin typeface="Amasis MT Pro Black" panose="02040A04050005020304" pitchFamily="18" charset="0"/>
              </a:rPr>
              <a:t>33.72%</a:t>
            </a:r>
            <a:r>
              <a:rPr lang="en-US" dirty="0">
                <a:latin typeface="Algerian" panose="04020705040A02060702" pitchFamily="82" charset="0"/>
              </a:rPr>
              <a:t>,</a:t>
            </a:r>
            <a:r>
              <a:rPr lang="en-US" dirty="0">
                <a:latin typeface="Amasis MT Pro Black" panose="02040A04050005020304" pitchFamily="18" charset="0"/>
              </a:rPr>
              <a:t> </a:t>
            </a:r>
            <a:r>
              <a:rPr lang="en-US" dirty="0">
                <a:latin typeface="Algerian" panose="04020705040A02060702" pitchFamily="82" charset="0"/>
              </a:rPr>
              <a:t>very close to the overall average </a:t>
            </a:r>
            <a:r>
              <a:rPr lang="en-US" b="1" dirty="0">
                <a:latin typeface="Algerian" panose="04020705040A02060702" pitchFamily="82" charset="0"/>
              </a:rPr>
              <a:t>34.08%.</a:t>
            </a:r>
            <a:endParaRPr lang="en-US" altLang="en-US" b="1" dirty="0">
              <a:latin typeface="Algerian" panose="04020705040A02060702" pitchFamily="82" charset="0"/>
            </a:endParaRPr>
          </a:p>
          <a:p>
            <a:pPr>
              <a:lnSpc>
                <a:spcPct val="100000"/>
              </a:lnSpc>
            </a:pPr>
            <a:endParaRPr lang="en-US" altLang="en-US" dirty="0">
              <a:latin typeface="Amasis MT Pro Black" panose="02040A040500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altLang="en-US" b="1" dirty="0">
                <a:latin typeface="Amasis MT Pro Black" panose="02040A04050005020304" pitchFamily="18" charset="0"/>
              </a:rPr>
              <a:t>Middle-aged Customers ( 31-50 ) </a:t>
            </a:r>
            <a:r>
              <a:rPr lang="en-US" altLang="en-US" dirty="0">
                <a:latin typeface="Algerian" panose="04020705040A02060702" pitchFamily="82" charset="0"/>
              </a:rPr>
              <a:t>have the highest card usage </a:t>
            </a:r>
            <a:r>
              <a:rPr lang="en-US" altLang="en-US" b="1" dirty="0">
                <a:latin typeface="Amasis MT Pro Black" panose="02040A04050005020304" pitchFamily="18" charset="0"/>
              </a:rPr>
              <a:t>35.12%, </a:t>
            </a:r>
            <a:r>
              <a:rPr lang="en-US" altLang="en-US" dirty="0">
                <a:latin typeface="Algerian" panose="04020705040A02060702" pitchFamily="82" charset="0"/>
              </a:rPr>
              <a:t>slightly above the overall average 34.08%. Suggests they are most comfortable with card transactions.</a:t>
            </a:r>
          </a:p>
          <a:p>
            <a:pPr>
              <a:lnSpc>
                <a:spcPct val="100000"/>
              </a:lnSpc>
            </a:pPr>
            <a:endParaRPr lang="en-US" altLang="en-US" dirty="0">
              <a:latin typeface="Amasis MT Pro Black" panose="02040A040500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altLang="en-US" b="1" dirty="0">
                <a:latin typeface="Amasis MT Pro Black" panose="02040A04050005020304" pitchFamily="18" charset="0"/>
              </a:rPr>
              <a:t>Older ( 51+ ) </a:t>
            </a:r>
            <a:r>
              <a:rPr lang="en-US" altLang="en-US" dirty="0">
                <a:latin typeface="Algerian" panose="04020705040A02060702" pitchFamily="82" charset="0"/>
              </a:rPr>
              <a:t>show the lowest card usage </a:t>
            </a:r>
            <a:r>
              <a:rPr lang="en-US" altLang="en-US" b="1" dirty="0">
                <a:latin typeface="Amasis MT Pro Black" panose="02040A04050005020304" pitchFamily="18" charset="0"/>
              </a:rPr>
              <a:t>33.27%</a:t>
            </a:r>
            <a:r>
              <a:rPr lang="en-US" altLang="en-US" dirty="0">
                <a:latin typeface="Amasis MT Pro Black" panose="02040A04050005020304" pitchFamily="18" charset="0"/>
              </a:rPr>
              <a:t>, </a:t>
            </a:r>
            <a:r>
              <a:rPr lang="en-US" altLang="en-US" dirty="0">
                <a:latin typeface="Algerian" panose="04020705040A02060702" pitchFamily="82" charset="0"/>
              </a:rPr>
              <a:t>but not much lower than younger customers. Could indicate some seniors prefer alternative payment methods (cash, digital wallets, etc.).</a:t>
            </a:r>
          </a:p>
          <a:p>
            <a:pPr>
              <a:lnSpc>
                <a:spcPct val="100000"/>
              </a:lnSpc>
            </a:pPr>
            <a:endParaRPr lang="en-US" altLang="en-US" dirty="0">
              <a:latin typeface="Algerian" panose="04020705040A02060702" pitchFamily="82" charset="0"/>
            </a:endParaRPr>
          </a:p>
          <a:p>
            <a:pPr>
              <a:lnSpc>
                <a:spcPct val="100000"/>
              </a:lnSpc>
            </a:pPr>
            <a:r>
              <a:rPr lang="en-US" altLang="en-US" dirty="0">
                <a:latin typeface="Algerian" panose="04020705040A02060702" pitchFamily="82" charset="0"/>
              </a:rPr>
              <a:t>Purchase amounts are almost the same across groups </a:t>
            </a:r>
            <a:r>
              <a:rPr lang="en-US" altLang="en-US" b="1" dirty="0">
                <a:latin typeface="Amasis MT Pro Black" panose="02040A04050005020304" pitchFamily="18" charset="0"/>
              </a:rPr>
              <a:t>$59–$61</a:t>
            </a:r>
            <a:r>
              <a:rPr lang="en-US" altLang="en-US" dirty="0">
                <a:latin typeface="Algerian" panose="04020705040A02060702" pitchFamily="82" charset="0"/>
              </a:rPr>
              <a:t>, so card usage is not strongly tied to higher/lower spending. The difference lies mainly in payment preference, not in how much they buy.</a:t>
            </a:r>
          </a:p>
          <a:p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6081EDC-7903-19A8-F6B9-18D0E5A5C5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6821668"/>
              </p:ext>
            </p:extLst>
          </p:nvPr>
        </p:nvGraphicFramePr>
        <p:xfrm>
          <a:off x="722376" y="1607815"/>
          <a:ext cx="5230368" cy="1990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528">
                  <a:extLst>
                    <a:ext uri="{9D8B030D-6E8A-4147-A177-3AD203B41FA5}">
                      <a16:colId xmlns:a16="http://schemas.microsoft.com/office/drawing/2014/main" val="2628184493"/>
                    </a:ext>
                  </a:extLst>
                </a:gridCol>
                <a:gridCol w="1563546">
                  <a:extLst>
                    <a:ext uri="{9D8B030D-6E8A-4147-A177-3AD203B41FA5}">
                      <a16:colId xmlns:a16="http://schemas.microsoft.com/office/drawing/2014/main" val="3890278834"/>
                    </a:ext>
                  </a:extLst>
                </a:gridCol>
                <a:gridCol w="2099294">
                  <a:extLst>
                    <a:ext uri="{9D8B030D-6E8A-4147-A177-3AD203B41FA5}">
                      <a16:colId xmlns:a16="http://schemas.microsoft.com/office/drawing/2014/main" val="3745393313"/>
                    </a:ext>
                  </a:extLst>
                </a:gridCol>
              </a:tblGrid>
              <a:tr h="537661"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buNone/>
                      </a:pPr>
                      <a:r>
                        <a:rPr lang="en-IN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Age Group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Average of Card Use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Average of Purchase Amount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6621066"/>
                  </a:ext>
                </a:extLst>
              </a:tr>
              <a:tr h="35844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Younger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33.72%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60.36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1406760"/>
                  </a:ext>
                </a:extLst>
              </a:tr>
              <a:tr h="35844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Middle Aged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35.12%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59.20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2399664"/>
                  </a:ext>
                </a:extLst>
              </a:tr>
              <a:tr h="35844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Older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33.27%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59.95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8118138"/>
                  </a:ext>
                </a:extLst>
              </a:tr>
              <a:tr h="35844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Grand Total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34.08%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59.76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97141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15452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5181CD2-7F3B-0346-6D4B-CAB2E7F98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Seasonal &amp; Location Impact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16C39C0-13F8-B495-FF6B-4A64BB1025F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48B95B2-9BF3-7371-FE32-FC8CC8B8E9F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dirty="0"/>
              <a:t>4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38BB1A7-C324-C9EB-40E6-43C77BF17B3A}"/>
              </a:ext>
            </a:extLst>
          </p:cNvPr>
          <p:cNvSpPr/>
          <p:nvPr/>
        </p:nvSpPr>
        <p:spPr>
          <a:xfrm>
            <a:off x="845820" y="3712464"/>
            <a:ext cx="4567428" cy="1593342"/>
          </a:xfrm>
          <a:custGeom>
            <a:avLst/>
            <a:gdLst>
              <a:gd name="csX0" fmla="*/ 0 w 4567428"/>
              <a:gd name="csY0" fmla="*/ 0 h 1593342"/>
              <a:gd name="csX1" fmla="*/ 616603 w 4567428"/>
              <a:gd name="csY1" fmla="*/ 0 h 1593342"/>
              <a:gd name="csX2" fmla="*/ 1187531 w 4567428"/>
              <a:gd name="csY2" fmla="*/ 0 h 1593342"/>
              <a:gd name="csX3" fmla="*/ 1804134 w 4567428"/>
              <a:gd name="csY3" fmla="*/ 0 h 1593342"/>
              <a:gd name="csX4" fmla="*/ 2283714 w 4567428"/>
              <a:gd name="csY4" fmla="*/ 0 h 1593342"/>
              <a:gd name="csX5" fmla="*/ 2763294 w 4567428"/>
              <a:gd name="csY5" fmla="*/ 0 h 1593342"/>
              <a:gd name="csX6" fmla="*/ 3425571 w 4567428"/>
              <a:gd name="csY6" fmla="*/ 0 h 1593342"/>
              <a:gd name="csX7" fmla="*/ 4567428 w 4567428"/>
              <a:gd name="csY7" fmla="*/ 0 h 1593342"/>
              <a:gd name="csX8" fmla="*/ 4567428 w 4567428"/>
              <a:gd name="csY8" fmla="*/ 531114 h 1593342"/>
              <a:gd name="csX9" fmla="*/ 4567428 w 4567428"/>
              <a:gd name="csY9" fmla="*/ 1062228 h 1593342"/>
              <a:gd name="csX10" fmla="*/ 4567428 w 4567428"/>
              <a:gd name="csY10" fmla="*/ 1593342 h 1593342"/>
              <a:gd name="csX11" fmla="*/ 4133522 w 4567428"/>
              <a:gd name="csY11" fmla="*/ 1593342 h 1593342"/>
              <a:gd name="csX12" fmla="*/ 3562594 w 4567428"/>
              <a:gd name="csY12" fmla="*/ 1593342 h 1593342"/>
              <a:gd name="csX13" fmla="*/ 2900317 w 4567428"/>
              <a:gd name="csY13" fmla="*/ 1593342 h 1593342"/>
              <a:gd name="csX14" fmla="*/ 2283714 w 4567428"/>
              <a:gd name="csY14" fmla="*/ 1593342 h 1593342"/>
              <a:gd name="csX15" fmla="*/ 1849808 w 4567428"/>
              <a:gd name="csY15" fmla="*/ 1593342 h 1593342"/>
              <a:gd name="csX16" fmla="*/ 1233206 w 4567428"/>
              <a:gd name="csY16" fmla="*/ 1593342 h 1593342"/>
              <a:gd name="csX17" fmla="*/ 707951 w 4567428"/>
              <a:gd name="csY17" fmla="*/ 1593342 h 1593342"/>
              <a:gd name="csX18" fmla="*/ 0 w 4567428"/>
              <a:gd name="csY18" fmla="*/ 1593342 h 1593342"/>
              <a:gd name="csX19" fmla="*/ 0 w 4567428"/>
              <a:gd name="csY19" fmla="*/ 1062228 h 1593342"/>
              <a:gd name="csX20" fmla="*/ 0 w 4567428"/>
              <a:gd name="csY20" fmla="*/ 578914 h 1593342"/>
              <a:gd name="csX21" fmla="*/ 0 w 4567428"/>
              <a:gd name="csY21" fmla="*/ 0 h 15933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4567428" h="1593342" fill="none" extrusionOk="0">
                <a:moveTo>
                  <a:pt x="0" y="0"/>
                </a:moveTo>
                <a:cubicBezTo>
                  <a:pt x="196312" y="-12850"/>
                  <a:pt x="311828" y="49830"/>
                  <a:pt x="616603" y="0"/>
                </a:cubicBezTo>
                <a:cubicBezTo>
                  <a:pt x="921378" y="-49830"/>
                  <a:pt x="1025531" y="22489"/>
                  <a:pt x="1187531" y="0"/>
                </a:cubicBezTo>
                <a:cubicBezTo>
                  <a:pt x="1349531" y="-22489"/>
                  <a:pt x="1674963" y="49604"/>
                  <a:pt x="1804134" y="0"/>
                </a:cubicBezTo>
                <a:cubicBezTo>
                  <a:pt x="1933305" y="-49604"/>
                  <a:pt x="2158302" y="49041"/>
                  <a:pt x="2283714" y="0"/>
                </a:cubicBezTo>
                <a:cubicBezTo>
                  <a:pt x="2409126" y="-49041"/>
                  <a:pt x="2575206" y="18467"/>
                  <a:pt x="2763294" y="0"/>
                </a:cubicBezTo>
                <a:cubicBezTo>
                  <a:pt x="2951382" y="-18467"/>
                  <a:pt x="3204598" y="17479"/>
                  <a:pt x="3425571" y="0"/>
                </a:cubicBezTo>
                <a:cubicBezTo>
                  <a:pt x="3646544" y="-17479"/>
                  <a:pt x="4180000" y="114080"/>
                  <a:pt x="4567428" y="0"/>
                </a:cubicBezTo>
                <a:cubicBezTo>
                  <a:pt x="4613832" y="148146"/>
                  <a:pt x="4548046" y="273170"/>
                  <a:pt x="4567428" y="531114"/>
                </a:cubicBezTo>
                <a:cubicBezTo>
                  <a:pt x="4586810" y="789058"/>
                  <a:pt x="4562123" y="818601"/>
                  <a:pt x="4567428" y="1062228"/>
                </a:cubicBezTo>
                <a:cubicBezTo>
                  <a:pt x="4572733" y="1305855"/>
                  <a:pt x="4532992" y="1461250"/>
                  <a:pt x="4567428" y="1593342"/>
                </a:cubicBezTo>
                <a:cubicBezTo>
                  <a:pt x="4419252" y="1609309"/>
                  <a:pt x="4321245" y="1565111"/>
                  <a:pt x="4133522" y="1593342"/>
                </a:cubicBezTo>
                <a:cubicBezTo>
                  <a:pt x="3945799" y="1621573"/>
                  <a:pt x="3798579" y="1552506"/>
                  <a:pt x="3562594" y="1593342"/>
                </a:cubicBezTo>
                <a:cubicBezTo>
                  <a:pt x="3326609" y="1634178"/>
                  <a:pt x="3220510" y="1566818"/>
                  <a:pt x="2900317" y="1593342"/>
                </a:cubicBezTo>
                <a:cubicBezTo>
                  <a:pt x="2580124" y="1619866"/>
                  <a:pt x="2468776" y="1584172"/>
                  <a:pt x="2283714" y="1593342"/>
                </a:cubicBezTo>
                <a:cubicBezTo>
                  <a:pt x="2098652" y="1602512"/>
                  <a:pt x="2060508" y="1554800"/>
                  <a:pt x="1849808" y="1593342"/>
                </a:cubicBezTo>
                <a:cubicBezTo>
                  <a:pt x="1639108" y="1631884"/>
                  <a:pt x="1454778" y="1585929"/>
                  <a:pt x="1233206" y="1593342"/>
                </a:cubicBezTo>
                <a:cubicBezTo>
                  <a:pt x="1011634" y="1600755"/>
                  <a:pt x="920745" y="1578419"/>
                  <a:pt x="707951" y="1593342"/>
                </a:cubicBezTo>
                <a:cubicBezTo>
                  <a:pt x="495157" y="1608265"/>
                  <a:pt x="159588" y="1532930"/>
                  <a:pt x="0" y="1593342"/>
                </a:cubicBezTo>
                <a:cubicBezTo>
                  <a:pt x="-29373" y="1411490"/>
                  <a:pt x="56527" y="1227201"/>
                  <a:pt x="0" y="1062228"/>
                </a:cubicBezTo>
                <a:cubicBezTo>
                  <a:pt x="-56527" y="897255"/>
                  <a:pt x="17776" y="690322"/>
                  <a:pt x="0" y="578914"/>
                </a:cubicBezTo>
                <a:cubicBezTo>
                  <a:pt x="-17776" y="467506"/>
                  <a:pt x="57632" y="279117"/>
                  <a:pt x="0" y="0"/>
                </a:cubicBezTo>
                <a:close/>
              </a:path>
              <a:path w="4567428" h="1593342" stroke="0" extrusionOk="0">
                <a:moveTo>
                  <a:pt x="0" y="0"/>
                </a:moveTo>
                <a:cubicBezTo>
                  <a:pt x="108456" y="-47159"/>
                  <a:pt x="257885" y="25790"/>
                  <a:pt x="433906" y="0"/>
                </a:cubicBezTo>
                <a:cubicBezTo>
                  <a:pt x="609927" y="-25790"/>
                  <a:pt x="768002" y="49152"/>
                  <a:pt x="1004834" y="0"/>
                </a:cubicBezTo>
                <a:cubicBezTo>
                  <a:pt x="1241666" y="-49152"/>
                  <a:pt x="1341289" y="51005"/>
                  <a:pt x="1530088" y="0"/>
                </a:cubicBezTo>
                <a:cubicBezTo>
                  <a:pt x="1718887" y="-51005"/>
                  <a:pt x="2021709" y="74975"/>
                  <a:pt x="2192365" y="0"/>
                </a:cubicBezTo>
                <a:cubicBezTo>
                  <a:pt x="2363021" y="-74975"/>
                  <a:pt x="2504527" y="11928"/>
                  <a:pt x="2626271" y="0"/>
                </a:cubicBezTo>
                <a:cubicBezTo>
                  <a:pt x="2748015" y="-11928"/>
                  <a:pt x="2977580" y="51174"/>
                  <a:pt x="3151525" y="0"/>
                </a:cubicBezTo>
                <a:cubicBezTo>
                  <a:pt x="3325470" y="-51174"/>
                  <a:pt x="3435656" y="23730"/>
                  <a:pt x="3585431" y="0"/>
                </a:cubicBezTo>
                <a:cubicBezTo>
                  <a:pt x="3735206" y="-23730"/>
                  <a:pt x="4181029" y="24777"/>
                  <a:pt x="4567428" y="0"/>
                </a:cubicBezTo>
                <a:cubicBezTo>
                  <a:pt x="4581208" y="146312"/>
                  <a:pt x="4543922" y="320410"/>
                  <a:pt x="4567428" y="515181"/>
                </a:cubicBezTo>
                <a:cubicBezTo>
                  <a:pt x="4590934" y="709952"/>
                  <a:pt x="4522884" y="815902"/>
                  <a:pt x="4567428" y="1062228"/>
                </a:cubicBezTo>
                <a:cubicBezTo>
                  <a:pt x="4611972" y="1308554"/>
                  <a:pt x="4555296" y="1444774"/>
                  <a:pt x="4567428" y="1593342"/>
                </a:cubicBezTo>
                <a:cubicBezTo>
                  <a:pt x="4320911" y="1613098"/>
                  <a:pt x="4224639" y="1554567"/>
                  <a:pt x="4042174" y="1593342"/>
                </a:cubicBezTo>
                <a:cubicBezTo>
                  <a:pt x="3859709" y="1632117"/>
                  <a:pt x="3722404" y="1543745"/>
                  <a:pt x="3516920" y="1593342"/>
                </a:cubicBezTo>
                <a:cubicBezTo>
                  <a:pt x="3311436" y="1642939"/>
                  <a:pt x="3237791" y="1579780"/>
                  <a:pt x="3037340" y="1593342"/>
                </a:cubicBezTo>
                <a:cubicBezTo>
                  <a:pt x="2836889" y="1606904"/>
                  <a:pt x="2767448" y="1575247"/>
                  <a:pt x="2557760" y="1593342"/>
                </a:cubicBezTo>
                <a:cubicBezTo>
                  <a:pt x="2348072" y="1611437"/>
                  <a:pt x="2263663" y="1590803"/>
                  <a:pt x="1986831" y="1593342"/>
                </a:cubicBezTo>
                <a:cubicBezTo>
                  <a:pt x="1709999" y="1595881"/>
                  <a:pt x="1599248" y="1559234"/>
                  <a:pt x="1370228" y="1593342"/>
                </a:cubicBezTo>
                <a:cubicBezTo>
                  <a:pt x="1141208" y="1627450"/>
                  <a:pt x="1076967" y="1535183"/>
                  <a:pt x="844974" y="1593342"/>
                </a:cubicBezTo>
                <a:cubicBezTo>
                  <a:pt x="612981" y="1651501"/>
                  <a:pt x="196693" y="1516390"/>
                  <a:pt x="0" y="1593342"/>
                </a:cubicBezTo>
                <a:cubicBezTo>
                  <a:pt x="-54083" y="1465348"/>
                  <a:pt x="42602" y="1283726"/>
                  <a:pt x="0" y="1110028"/>
                </a:cubicBezTo>
                <a:cubicBezTo>
                  <a:pt x="-42602" y="936330"/>
                  <a:pt x="29740" y="748729"/>
                  <a:pt x="0" y="626715"/>
                </a:cubicBezTo>
                <a:cubicBezTo>
                  <a:pt x="-29740" y="504701"/>
                  <a:pt x="46771" y="133014"/>
                  <a:pt x="0" y="0"/>
                </a:cubicBezTo>
                <a:close/>
              </a:path>
            </a:pathLst>
          </a:custGeom>
          <a:solidFill>
            <a:schemeClr val="tx1">
              <a:lumMod val="25000"/>
              <a:lumOff val="75000"/>
            </a:schemeClr>
          </a:solidFill>
          <a:ln w="28575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39377591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000" b="1" dirty="0">
                <a:solidFill>
                  <a:schemeClr val="accent1"/>
                </a:solidFill>
              </a:rPr>
              <a:t>🍂 </a:t>
            </a:r>
            <a:r>
              <a:rPr lang="en-IN" sz="1000" b="1" dirty="0">
                <a:solidFill>
                  <a:srgbClr val="C00000"/>
                </a:solidFill>
              </a:rPr>
              <a:t>Fall (Texas, California, Idaho, Illinois, Minnesota)</a:t>
            </a:r>
          </a:p>
          <a:p>
            <a:endParaRPr lang="en-IN" sz="10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000" dirty="0">
                <a:solidFill>
                  <a:schemeClr val="tx1"/>
                </a:solidFill>
              </a:rPr>
              <a:t>Texas &amp; California dominate Fall shopping, showing strong demand in large, high-population states.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000" dirty="0">
                <a:solidFill>
                  <a:schemeClr val="tx1"/>
                </a:solidFill>
              </a:rPr>
              <a:t>Idaho &amp; Minnesota perform surprisingly well → regional focus on Fall promotions.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000" dirty="0">
                <a:solidFill>
                  <a:schemeClr val="tx1"/>
                </a:solidFill>
              </a:rPr>
              <a:t>Fall shopping seems broadly distributed across both large and mid-sized states.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D9D7D16-3875-6489-742B-E986136323D8}"/>
              </a:ext>
            </a:extLst>
          </p:cNvPr>
          <p:cNvSpPr/>
          <p:nvPr/>
        </p:nvSpPr>
        <p:spPr>
          <a:xfrm>
            <a:off x="845820" y="2119122"/>
            <a:ext cx="4567428" cy="1593342"/>
          </a:xfrm>
          <a:custGeom>
            <a:avLst/>
            <a:gdLst>
              <a:gd name="csX0" fmla="*/ 0 w 4567428"/>
              <a:gd name="csY0" fmla="*/ 0 h 1593342"/>
              <a:gd name="csX1" fmla="*/ 570929 w 4567428"/>
              <a:gd name="csY1" fmla="*/ 0 h 1593342"/>
              <a:gd name="csX2" fmla="*/ 1004834 w 4567428"/>
              <a:gd name="csY2" fmla="*/ 0 h 1593342"/>
              <a:gd name="csX3" fmla="*/ 1484414 w 4567428"/>
              <a:gd name="csY3" fmla="*/ 0 h 1593342"/>
              <a:gd name="csX4" fmla="*/ 2055343 w 4567428"/>
              <a:gd name="csY4" fmla="*/ 0 h 1593342"/>
              <a:gd name="csX5" fmla="*/ 2626271 w 4567428"/>
              <a:gd name="csY5" fmla="*/ 0 h 1593342"/>
              <a:gd name="csX6" fmla="*/ 3197200 w 4567428"/>
              <a:gd name="csY6" fmla="*/ 0 h 1593342"/>
              <a:gd name="csX7" fmla="*/ 3722454 w 4567428"/>
              <a:gd name="csY7" fmla="*/ 0 h 1593342"/>
              <a:gd name="csX8" fmla="*/ 4567428 w 4567428"/>
              <a:gd name="csY8" fmla="*/ 0 h 1593342"/>
              <a:gd name="csX9" fmla="*/ 4567428 w 4567428"/>
              <a:gd name="csY9" fmla="*/ 483314 h 1593342"/>
              <a:gd name="csX10" fmla="*/ 4567428 w 4567428"/>
              <a:gd name="csY10" fmla="*/ 1014428 h 1593342"/>
              <a:gd name="csX11" fmla="*/ 4567428 w 4567428"/>
              <a:gd name="csY11" fmla="*/ 1593342 h 1593342"/>
              <a:gd name="csX12" fmla="*/ 3950825 w 4567428"/>
              <a:gd name="csY12" fmla="*/ 1593342 h 1593342"/>
              <a:gd name="csX13" fmla="*/ 3516920 w 4567428"/>
              <a:gd name="csY13" fmla="*/ 1593342 h 1593342"/>
              <a:gd name="csX14" fmla="*/ 2991665 w 4567428"/>
              <a:gd name="csY14" fmla="*/ 1593342 h 1593342"/>
              <a:gd name="csX15" fmla="*/ 2375063 w 4567428"/>
              <a:gd name="csY15" fmla="*/ 1593342 h 1593342"/>
              <a:gd name="csX16" fmla="*/ 1849808 w 4567428"/>
              <a:gd name="csY16" fmla="*/ 1593342 h 1593342"/>
              <a:gd name="csX17" fmla="*/ 1233206 w 4567428"/>
              <a:gd name="csY17" fmla="*/ 1593342 h 1593342"/>
              <a:gd name="csX18" fmla="*/ 570928 w 4567428"/>
              <a:gd name="csY18" fmla="*/ 1593342 h 1593342"/>
              <a:gd name="csX19" fmla="*/ 0 w 4567428"/>
              <a:gd name="csY19" fmla="*/ 1593342 h 1593342"/>
              <a:gd name="csX20" fmla="*/ 0 w 4567428"/>
              <a:gd name="csY20" fmla="*/ 1078161 h 1593342"/>
              <a:gd name="csX21" fmla="*/ 0 w 4567428"/>
              <a:gd name="csY21" fmla="*/ 547047 h 1593342"/>
              <a:gd name="csX22" fmla="*/ 0 w 4567428"/>
              <a:gd name="csY22" fmla="*/ 0 h 15933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4567428" h="1593342" fill="none" extrusionOk="0">
                <a:moveTo>
                  <a:pt x="0" y="0"/>
                </a:moveTo>
                <a:cubicBezTo>
                  <a:pt x="239924" y="-27529"/>
                  <a:pt x="338575" y="54923"/>
                  <a:pt x="570929" y="0"/>
                </a:cubicBezTo>
                <a:cubicBezTo>
                  <a:pt x="803283" y="-54923"/>
                  <a:pt x="867694" y="27757"/>
                  <a:pt x="1004834" y="0"/>
                </a:cubicBezTo>
                <a:cubicBezTo>
                  <a:pt x="1141974" y="-27757"/>
                  <a:pt x="1382338" y="20668"/>
                  <a:pt x="1484414" y="0"/>
                </a:cubicBezTo>
                <a:cubicBezTo>
                  <a:pt x="1586490" y="-20668"/>
                  <a:pt x="1844934" y="66654"/>
                  <a:pt x="2055343" y="0"/>
                </a:cubicBezTo>
                <a:cubicBezTo>
                  <a:pt x="2265752" y="-66654"/>
                  <a:pt x="2496171" y="39141"/>
                  <a:pt x="2626271" y="0"/>
                </a:cubicBezTo>
                <a:cubicBezTo>
                  <a:pt x="2756371" y="-39141"/>
                  <a:pt x="3015111" y="49070"/>
                  <a:pt x="3197200" y="0"/>
                </a:cubicBezTo>
                <a:cubicBezTo>
                  <a:pt x="3379289" y="-49070"/>
                  <a:pt x="3563619" y="28771"/>
                  <a:pt x="3722454" y="0"/>
                </a:cubicBezTo>
                <a:cubicBezTo>
                  <a:pt x="3881289" y="-28771"/>
                  <a:pt x="4210591" y="64160"/>
                  <a:pt x="4567428" y="0"/>
                </a:cubicBezTo>
                <a:cubicBezTo>
                  <a:pt x="4599101" y="190572"/>
                  <a:pt x="4537328" y="326515"/>
                  <a:pt x="4567428" y="483314"/>
                </a:cubicBezTo>
                <a:cubicBezTo>
                  <a:pt x="4597528" y="640113"/>
                  <a:pt x="4563955" y="826670"/>
                  <a:pt x="4567428" y="1014428"/>
                </a:cubicBezTo>
                <a:cubicBezTo>
                  <a:pt x="4570901" y="1202186"/>
                  <a:pt x="4535119" y="1324091"/>
                  <a:pt x="4567428" y="1593342"/>
                </a:cubicBezTo>
                <a:cubicBezTo>
                  <a:pt x="4287750" y="1658625"/>
                  <a:pt x="4173823" y="1540113"/>
                  <a:pt x="3950825" y="1593342"/>
                </a:cubicBezTo>
                <a:cubicBezTo>
                  <a:pt x="3727827" y="1646571"/>
                  <a:pt x="3628254" y="1590471"/>
                  <a:pt x="3516920" y="1593342"/>
                </a:cubicBezTo>
                <a:cubicBezTo>
                  <a:pt x="3405586" y="1596213"/>
                  <a:pt x="3191014" y="1566565"/>
                  <a:pt x="2991665" y="1593342"/>
                </a:cubicBezTo>
                <a:cubicBezTo>
                  <a:pt x="2792317" y="1620119"/>
                  <a:pt x="2515157" y="1570436"/>
                  <a:pt x="2375063" y="1593342"/>
                </a:cubicBezTo>
                <a:cubicBezTo>
                  <a:pt x="2234969" y="1616248"/>
                  <a:pt x="2042294" y="1548242"/>
                  <a:pt x="1849808" y="1593342"/>
                </a:cubicBezTo>
                <a:cubicBezTo>
                  <a:pt x="1657323" y="1638442"/>
                  <a:pt x="1532673" y="1575358"/>
                  <a:pt x="1233206" y="1593342"/>
                </a:cubicBezTo>
                <a:cubicBezTo>
                  <a:pt x="933739" y="1611326"/>
                  <a:pt x="809755" y="1560750"/>
                  <a:pt x="570928" y="1593342"/>
                </a:cubicBezTo>
                <a:cubicBezTo>
                  <a:pt x="332101" y="1625934"/>
                  <a:pt x="239622" y="1559127"/>
                  <a:pt x="0" y="1593342"/>
                </a:cubicBezTo>
                <a:cubicBezTo>
                  <a:pt x="-8805" y="1339382"/>
                  <a:pt x="43431" y="1212351"/>
                  <a:pt x="0" y="1078161"/>
                </a:cubicBezTo>
                <a:cubicBezTo>
                  <a:pt x="-43431" y="943971"/>
                  <a:pt x="45341" y="756844"/>
                  <a:pt x="0" y="547047"/>
                </a:cubicBezTo>
                <a:cubicBezTo>
                  <a:pt x="-45341" y="337250"/>
                  <a:pt x="14476" y="109845"/>
                  <a:pt x="0" y="0"/>
                </a:cubicBezTo>
                <a:close/>
              </a:path>
              <a:path w="4567428" h="1593342" stroke="0" extrusionOk="0">
                <a:moveTo>
                  <a:pt x="0" y="0"/>
                </a:moveTo>
                <a:cubicBezTo>
                  <a:pt x="217791" y="-32471"/>
                  <a:pt x="353913" y="11033"/>
                  <a:pt x="570929" y="0"/>
                </a:cubicBezTo>
                <a:cubicBezTo>
                  <a:pt x="787945" y="-11033"/>
                  <a:pt x="977705" y="66921"/>
                  <a:pt x="1233206" y="0"/>
                </a:cubicBezTo>
                <a:cubicBezTo>
                  <a:pt x="1488707" y="-66921"/>
                  <a:pt x="1558618" y="45502"/>
                  <a:pt x="1667111" y="0"/>
                </a:cubicBezTo>
                <a:cubicBezTo>
                  <a:pt x="1775604" y="-45502"/>
                  <a:pt x="2039947" y="13366"/>
                  <a:pt x="2192365" y="0"/>
                </a:cubicBezTo>
                <a:cubicBezTo>
                  <a:pt x="2344783" y="-13366"/>
                  <a:pt x="2566750" y="39023"/>
                  <a:pt x="2808968" y="0"/>
                </a:cubicBezTo>
                <a:cubicBezTo>
                  <a:pt x="3051186" y="-39023"/>
                  <a:pt x="3316848" y="5432"/>
                  <a:pt x="3471245" y="0"/>
                </a:cubicBezTo>
                <a:cubicBezTo>
                  <a:pt x="3625642" y="-5432"/>
                  <a:pt x="4027004" y="34594"/>
                  <a:pt x="4567428" y="0"/>
                </a:cubicBezTo>
                <a:cubicBezTo>
                  <a:pt x="4618227" y="184764"/>
                  <a:pt x="4513141" y="327827"/>
                  <a:pt x="4567428" y="499247"/>
                </a:cubicBezTo>
                <a:cubicBezTo>
                  <a:pt x="4621715" y="670667"/>
                  <a:pt x="4520765" y="809283"/>
                  <a:pt x="4567428" y="982561"/>
                </a:cubicBezTo>
                <a:cubicBezTo>
                  <a:pt x="4614091" y="1155839"/>
                  <a:pt x="4502370" y="1361460"/>
                  <a:pt x="4567428" y="1593342"/>
                </a:cubicBezTo>
                <a:cubicBezTo>
                  <a:pt x="4389390" y="1649409"/>
                  <a:pt x="4245441" y="1575058"/>
                  <a:pt x="4042174" y="1593342"/>
                </a:cubicBezTo>
                <a:cubicBezTo>
                  <a:pt x="3838907" y="1611626"/>
                  <a:pt x="3567894" y="1564015"/>
                  <a:pt x="3379897" y="1593342"/>
                </a:cubicBezTo>
                <a:cubicBezTo>
                  <a:pt x="3191900" y="1622669"/>
                  <a:pt x="3070107" y="1542937"/>
                  <a:pt x="2900317" y="1593342"/>
                </a:cubicBezTo>
                <a:cubicBezTo>
                  <a:pt x="2730527" y="1643747"/>
                  <a:pt x="2620879" y="1581865"/>
                  <a:pt x="2375063" y="1593342"/>
                </a:cubicBezTo>
                <a:cubicBezTo>
                  <a:pt x="2129247" y="1604819"/>
                  <a:pt x="2006835" y="1527019"/>
                  <a:pt x="1804134" y="1593342"/>
                </a:cubicBezTo>
                <a:cubicBezTo>
                  <a:pt x="1601433" y="1659665"/>
                  <a:pt x="1480063" y="1540975"/>
                  <a:pt x="1324554" y="1593342"/>
                </a:cubicBezTo>
                <a:cubicBezTo>
                  <a:pt x="1169045" y="1645709"/>
                  <a:pt x="878839" y="1525525"/>
                  <a:pt x="662277" y="1593342"/>
                </a:cubicBezTo>
                <a:cubicBezTo>
                  <a:pt x="445715" y="1661159"/>
                  <a:pt x="206452" y="1542824"/>
                  <a:pt x="0" y="1593342"/>
                </a:cubicBezTo>
                <a:cubicBezTo>
                  <a:pt x="-16855" y="1448990"/>
                  <a:pt x="35637" y="1230692"/>
                  <a:pt x="0" y="1078161"/>
                </a:cubicBezTo>
                <a:cubicBezTo>
                  <a:pt x="-35637" y="925630"/>
                  <a:pt x="58554" y="725995"/>
                  <a:pt x="0" y="562981"/>
                </a:cubicBezTo>
                <a:cubicBezTo>
                  <a:pt x="-58554" y="399967"/>
                  <a:pt x="56708" y="208785"/>
                  <a:pt x="0" y="0"/>
                </a:cubicBezTo>
                <a:close/>
              </a:path>
            </a:pathLst>
          </a:custGeom>
          <a:solidFill>
            <a:srgbClr val="6EAB45"/>
          </a:solidFill>
          <a:ln w="28575">
            <a:extLst>
              <a:ext uri="{C807C97D-BFC1-408E-A445-0C87EB9F89A2}">
                <ask:lineSketchStyleProps xmlns:ask="http://schemas.microsoft.com/office/drawing/2018/sketchyshapes" sd="481711788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050" b="1" dirty="0">
                <a:solidFill>
                  <a:schemeClr val="accent1"/>
                </a:solidFill>
              </a:rPr>
              <a:t>☀️ </a:t>
            </a:r>
            <a:r>
              <a:rPr lang="en-IN" sz="1050" b="1" dirty="0">
                <a:solidFill>
                  <a:schemeClr val="accent4">
                    <a:lumMod val="50000"/>
                  </a:schemeClr>
                </a:solidFill>
              </a:rPr>
              <a:t>Summer (Pennsylvania, North Dakota, Montana, Idaho, Nebraska)</a:t>
            </a:r>
          </a:p>
          <a:p>
            <a:endParaRPr lang="en-IN" sz="1050" b="1" dirty="0">
              <a:solidFill>
                <a:srgbClr val="F8AF2C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000" dirty="0">
                <a:solidFill>
                  <a:schemeClr val="tx1"/>
                </a:solidFill>
              </a:rPr>
              <a:t>Pennsylvania tops Summer shopping with the highest seasonal purchases.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000" dirty="0">
                <a:solidFill>
                  <a:schemeClr val="tx1"/>
                </a:solidFill>
              </a:rPr>
              <a:t>North Dakota &amp; Montana show exceptionally strong Summer demand → target rural/mountain regions.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000" dirty="0">
                <a:solidFill>
                  <a:schemeClr val="tx1"/>
                </a:solidFill>
              </a:rPr>
              <a:t>Western states (Idaho, Nebraska) also appear → regional campaigns could drive even more growth.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80474AB-A877-C7C2-EAAD-424AC31C3E2F}"/>
              </a:ext>
            </a:extLst>
          </p:cNvPr>
          <p:cNvSpPr/>
          <p:nvPr/>
        </p:nvSpPr>
        <p:spPr>
          <a:xfrm>
            <a:off x="5413248" y="3712464"/>
            <a:ext cx="4567428" cy="1593342"/>
          </a:xfrm>
          <a:custGeom>
            <a:avLst/>
            <a:gdLst>
              <a:gd name="csX0" fmla="*/ 0 w 4567428"/>
              <a:gd name="csY0" fmla="*/ 0 h 1593342"/>
              <a:gd name="csX1" fmla="*/ 616603 w 4567428"/>
              <a:gd name="csY1" fmla="*/ 0 h 1593342"/>
              <a:gd name="csX2" fmla="*/ 1050508 w 4567428"/>
              <a:gd name="csY2" fmla="*/ 0 h 1593342"/>
              <a:gd name="csX3" fmla="*/ 1667111 w 4567428"/>
              <a:gd name="csY3" fmla="*/ 0 h 1593342"/>
              <a:gd name="csX4" fmla="*/ 2238040 w 4567428"/>
              <a:gd name="csY4" fmla="*/ 0 h 1593342"/>
              <a:gd name="csX5" fmla="*/ 2900317 w 4567428"/>
              <a:gd name="csY5" fmla="*/ 0 h 1593342"/>
              <a:gd name="csX6" fmla="*/ 3562594 w 4567428"/>
              <a:gd name="csY6" fmla="*/ 0 h 1593342"/>
              <a:gd name="csX7" fmla="*/ 4567428 w 4567428"/>
              <a:gd name="csY7" fmla="*/ 0 h 1593342"/>
              <a:gd name="csX8" fmla="*/ 4567428 w 4567428"/>
              <a:gd name="csY8" fmla="*/ 515181 h 1593342"/>
              <a:gd name="csX9" fmla="*/ 4567428 w 4567428"/>
              <a:gd name="csY9" fmla="*/ 1062228 h 1593342"/>
              <a:gd name="csX10" fmla="*/ 4567428 w 4567428"/>
              <a:gd name="csY10" fmla="*/ 1593342 h 1593342"/>
              <a:gd name="csX11" fmla="*/ 3905151 w 4567428"/>
              <a:gd name="csY11" fmla="*/ 1593342 h 1593342"/>
              <a:gd name="csX12" fmla="*/ 3379897 w 4567428"/>
              <a:gd name="csY12" fmla="*/ 1593342 h 1593342"/>
              <a:gd name="csX13" fmla="*/ 2900317 w 4567428"/>
              <a:gd name="csY13" fmla="*/ 1593342 h 1593342"/>
              <a:gd name="csX14" fmla="*/ 2375063 w 4567428"/>
              <a:gd name="csY14" fmla="*/ 1593342 h 1593342"/>
              <a:gd name="csX15" fmla="*/ 1895483 w 4567428"/>
              <a:gd name="csY15" fmla="*/ 1593342 h 1593342"/>
              <a:gd name="csX16" fmla="*/ 1461577 w 4567428"/>
              <a:gd name="csY16" fmla="*/ 1593342 h 1593342"/>
              <a:gd name="csX17" fmla="*/ 936323 w 4567428"/>
              <a:gd name="csY17" fmla="*/ 1593342 h 1593342"/>
              <a:gd name="csX18" fmla="*/ 0 w 4567428"/>
              <a:gd name="csY18" fmla="*/ 1593342 h 1593342"/>
              <a:gd name="csX19" fmla="*/ 0 w 4567428"/>
              <a:gd name="csY19" fmla="*/ 1030361 h 1593342"/>
              <a:gd name="csX20" fmla="*/ 0 w 4567428"/>
              <a:gd name="csY20" fmla="*/ 499247 h 1593342"/>
              <a:gd name="csX21" fmla="*/ 0 w 4567428"/>
              <a:gd name="csY21" fmla="*/ 0 h 15933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4567428" h="1593342" fill="none" extrusionOk="0">
                <a:moveTo>
                  <a:pt x="0" y="0"/>
                </a:moveTo>
                <a:cubicBezTo>
                  <a:pt x="287654" y="-35289"/>
                  <a:pt x="339531" y="9609"/>
                  <a:pt x="616603" y="0"/>
                </a:cubicBezTo>
                <a:cubicBezTo>
                  <a:pt x="893675" y="-9609"/>
                  <a:pt x="906905" y="41510"/>
                  <a:pt x="1050508" y="0"/>
                </a:cubicBezTo>
                <a:cubicBezTo>
                  <a:pt x="1194111" y="-41510"/>
                  <a:pt x="1508017" y="54629"/>
                  <a:pt x="1667111" y="0"/>
                </a:cubicBezTo>
                <a:cubicBezTo>
                  <a:pt x="1826205" y="-54629"/>
                  <a:pt x="1958379" y="46227"/>
                  <a:pt x="2238040" y="0"/>
                </a:cubicBezTo>
                <a:cubicBezTo>
                  <a:pt x="2517701" y="-46227"/>
                  <a:pt x="2675067" y="69404"/>
                  <a:pt x="2900317" y="0"/>
                </a:cubicBezTo>
                <a:cubicBezTo>
                  <a:pt x="3125567" y="-69404"/>
                  <a:pt x="3232042" y="18923"/>
                  <a:pt x="3562594" y="0"/>
                </a:cubicBezTo>
                <a:cubicBezTo>
                  <a:pt x="3893146" y="-18923"/>
                  <a:pt x="4148320" y="34638"/>
                  <a:pt x="4567428" y="0"/>
                </a:cubicBezTo>
                <a:cubicBezTo>
                  <a:pt x="4615599" y="222218"/>
                  <a:pt x="4520981" y="345345"/>
                  <a:pt x="4567428" y="515181"/>
                </a:cubicBezTo>
                <a:cubicBezTo>
                  <a:pt x="4613875" y="685017"/>
                  <a:pt x="4527041" y="885771"/>
                  <a:pt x="4567428" y="1062228"/>
                </a:cubicBezTo>
                <a:cubicBezTo>
                  <a:pt x="4607815" y="1238685"/>
                  <a:pt x="4512357" y="1340421"/>
                  <a:pt x="4567428" y="1593342"/>
                </a:cubicBezTo>
                <a:cubicBezTo>
                  <a:pt x="4371728" y="1662818"/>
                  <a:pt x="4076057" y="1568538"/>
                  <a:pt x="3905151" y="1593342"/>
                </a:cubicBezTo>
                <a:cubicBezTo>
                  <a:pt x="3734245" y="1618146"/>
                  <a:pt x="3621551" y="1592924"/>
                  <a:pt x="3379897" y="1593342"/>
                </a:cubicBezTo>
                <a:cubicBezTo>
                  <a:pt x="3138243" y="1593760"/>
                  <a:pt x="3073017" y="1537164"/>
                  <a:pt x="2900317" y="1593342"/>
                </a:cubicBezTo>
                <a:cubicBezTo>
                  <a:pt x="2727617" y="1649520"/>
                  <a:pt x="2566106" y="1565833"/>
                  <a:pt x="2375063" y="1593342"/>
                </a:cubicBezTo>
                <a:cubicBezTo>
                  <a:pt x="2184020" y="1620851"/>
                  <a:pt x="2130670" y="1575579"/>
                  <a:pt x="1895483" y="1593342"/>
                </a:cubicBezTo>
                <a:cubicBezTo>
                  <a:pt x="1660296" y="1611105"/>
                  <a:pt x="1577914" y="1584896"/>
                  <a:pt x="1461577" y="1593342"/>
                </a:cubicBezTo>
                <a:cubicBezTo>
                  <a:pt x="1345240" y="1601788"/>
                  <a:pt x="1169179" y="1532358"/>
                  <a:pt x="936323" y="1593342"/>
                </a:cubicBezTo>
                <a:cubicBezTo>
                  <a:pt x="703467" y="1654326"/>
                  <a:pt x="248198" y="1515387"/>
                  <a:pt x="0" y="1593342"/>
                </a:cubicBezTo>
                <a:cubicBezTo>
                  <a:pt x="-63420" y="1339268"/>
                  <a:pt x="15313" y="1216672"/>
                  <a:pt x="0" y="1030361"/>
                </a:cubicBezTo>
                <a:cubicBezTo>
                  <a:pt x="-15313" y="844050"/>
                  <a:pt x="22158" y="748518"/>
                  <a:pt x="0" y="499247"/>
                </a:cubicBezTo>
                <a:cubicBezTo>
                  <a:pt x="-22158" y="249976"/>
                  <a:pt x="20084" y="224200"/>
                  <a:pt x="0" y="0"/>
                </a:cubicBezTo>
                <a:close/>
              </a:path>
              <a:path w="4567428" h="1593342" stroke="0" extrusionOk="0">
                <a:moveTo>
                  <a:pt x="0" y="0"/>
                </a:moveTo>
                <a:cubicBezTo>
                  <a:pt x="243025" y="-10582"/>
                  <a:pt x="525317" y="6220"/>
                  <a:pt x="662277" y="0"/>
                </a:cubicBezTo>
                <a:cubicBezTo>
                  <a:pt x="799237" y="-6220"/>
                  <a:pt x="1063200" y="32406"/>
                  <a:pt x="1324554" y="0"/>
                </a:cubicBezTo>
                <a:cubicBezTo>
                  <a:pt x="1585908" y="-32406"/>
                  <a:pt x="1665820" y="72391"/>
                  <a:pt x="1941157" y="0"/>
                </a:cubicBezTo>
                <a:cubicBezTo>
                  <a:pt x="2216494" y="-72391"/>
                  <a:pt x="2248502" y="17826"/>
                  <a:pt x="2512085" y="0"/>
                </a:cubicBezTo>
                <a:cubicBezTo>
                  <a:pt x="2775668" y="-17826"/>
                  <a:pt x="2869016" y="55482"/>
                  <a:pt x="3037340" y="0"/>
                </a:cubicBezTo>
                <a:cubicBezTo>
                  <a:pt x="3205664" y="-55482"/>
                  <a:pt x="3447601" y="30965"/>
                  <a:pt x="3562594" y="0"/>
                </a:cubicBezTo>
                <a:cubicBezTo>
                  <a:pt x="3677587" y="-30965"/>
                  <a:pt x="4131252" y="102901"/>
                  <a:pt x="4567428" y="0"/>
                </a:cubicBezTo>
                <a:cubicBezTo>
                  <a:pt x="4581370" y="237736"/>
                  <a:pt x="4511304" y="267942"/>
                  <a:pt x="4567428" y="499247"/>
                </a:cubicBezTo>
                <a:cubicBezTo>
                  <a:pt x="4623552" y="730552"/>
                  <a:pt x="4553023" y="871517"/>
                  <a:pt x="4567428" y="1062228"/>
                </a:cubicBezTo>
                <a:cubicBezTo>
                  <a:pt x="4581833" y="1252939"/>
                  <a:pt x="4543513" y="1460430"/>
                  <a:pt x="4567428" y="1593342"/>
                </a:cubicBezTo>
                <a:cubicBezTo>
                  <a:pt x="4358226" y="1597553"/>
                  <a:pt x="4220905" y="1586887"/>
                  <a:pt x="4087848" y="1593342"/>
                </a:cubicBezTo>
                <a:cubicBezTo>
                  <a:pt x="3954791" y="1599797"/>
                  <a:pt x="3658775" y="1537536"/>
                  <a:pt x="3516920" y="1593342"/>
                </a:cubicBezTo>
                <a:cubicBezTo>
                  <a:pt x="3375065" y="1649148"/>
                  <a:pt x="3224405" y="1572257"/>
                  <a:pt x="2991665" y="1593342"/>
                </a:cubicBezTo>
                <a:cubicBezTo>
                  <a:pt x="2758926" y="1614427"/>
                  <a:pt x="2749254" y="1559840"/>
                  <a:pt x="2557760" y="1593342"/>
                </a:cubicBezTo>
                <a:cubicBezTo>
                  <a:pt x="2366267" y="1626844"/>
                  <a:pt x="2229408" y="1555861"/>
                  <a:pt x="2078180" y="1593342"/>
                </a:cubicBezTo>
                <a:cubicBezTo>
                  <a:pt x="1926952" y="1630823"/>
                  <a:pt x="1773432" y="1583063"/>
                  <a:pt x="1598600" y="1593342"/>
                </a:cubicBezTo>
                <a:cubicBezTo>
                  <a:pt x="1423768" y="1603621"/>
                  <a:pt x="1330715" y="1569713"/>
                  <a:pt x="1119020" y="1593342"/>
                </a:cubicBezTo>
                <a:cubicBezTo>
                  <a:pt x="907325" y="1616971"/>
                  <a:pt x="812061" y="1576089"/>
                  <a:pt x="685114" y="1593342"/>
                </a:cubicBezTo>
                <a:cubicBezTo>
                  <a:pt x="558167" y="1610595"/>
                  <a:pt x="217024" y="1537672"/>
                  <a:pt x="0" y="1593342"/>
                </a:cubicBezTo>
                <a:cubicBezTo>
                  <a:pt x="-37326" y="1449321"/>
                  <a:pt x="28611" y="1306793"/>
                  <a:pt x="0" y="1078161"/>
                </a:cubicBezTo>
                <a:cubicBezTo>
                  <a:pt x="-28611" y="849529"/>
                  <a:pt x="15494" y="808932"/>
                  <a:pt x="0" y="594848"/>
                </a:cubicBezTo>
                <a:cubicBezTo>
                  <a:pt x="-15494" y="380764"/>
                  <a:pt x="53230" y="119204"/>
                  <a:pt x="0" y="0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82485699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000" b="1" dirty="0">
                <a:solidFill>
                  <a:srgbClr val="7030A0"/>
                </a:solidFill>
              </a:rPr>
              <a:t>🌸 Spring (Nevada, Alaska, Illinois, North Carolina, Minnesota)</a:t>
            </a:r>
          </a:p>
          <a:p>
            <a:endParaRPr lang="en-IN" sz="1000" b="1" dirty="0">
              <a:solidFill>
                <a:srgbClr val="7030A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000" dirty="0">
                <a:solidFill>
                  <a:schemeClr val="tx1"/>
                </a:solidFill>
              </a:rPr>
              <a:t>Nevada leads with the highest Spring activity, suggesting strong seasonal buying trends.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000" dirty="0">
                <a:solidFill>
                  <a:schemeClr val="tx1"/>
                </a:solidFill>
              </a:rPr>
              <a:t>Alaska ranks second, showing customers there spend heavily during Spring.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000" dirty="0">
                <a:solidFill>
                  <a:schemeClr val="tx1"/>
                </a:solidFill>
              </a:rPr>
              <a:t>Illinois &amp; North Carolina indicate consistent demand → good candidates for Spring promotions.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67E32A1-5A3D-FD40-349E-1D5AA50708D2}"/>
              </a:ext>
            </a:extLst>
          </p:cNvPr>
          <p:cNvSpPr/>
          <p:nvPr/>
        </p:nvSpPr>
        <p:spPr>
          <a:xfrm>
            <a:off x="5413248" y="2119122"/>
            <a:ext cx="4567428" cy="1593342"/>
          </a:xfrm>
          <a:custGeom>
            <a:avLst/>
            <a:gdLst>
              <a:gd name="csX0" fmla="*/ 0 w 4567428"/>
              <a:gd name="csY0" fmla="*/ 0 h 1593342"/>
              <a:gd name="csX1" fmla="*/ 616603 w 4567428"/>
              <a:gd name="csY1" fmla="*/ 0 h 1593342"/>
              <a:gd name="csX2" fmla="*/ 1050508 w 4567428"/>
              <a:gd name="csY2" fmla="*/ 0 h 1593342"/>
              <a:gd name="csX3" fmla="*/ 1667111 w 4567428"/>
              <a:gd name="csY3" fmla="*/ 0 h 1593342"/>
              <a:gd name="csX4" fmla="*/ 2238040 w 4567428"/>
              <a:gd name="csY4" fmla="*/ 0 h 1593342"/>
              <a:gd name="csX5" fmla="*/ 2900317 w 4567428"/>
              <a:gd name="csY5" fmla="*/ 0 h 1593342"/>
              <a:gd name="csX6" fmla="*/ 3562594 w 4567428"/>
              <a:gd name="csY6" fmla="*/ 0 h 1593342"/>
              <a:gd name="csX7" fmla="*/ 4567428 w 4567428"/>
              <a:gd name="csY7" fmla="*/ 0 h 1593342"/>
              <a:gd name="csX8" fmla="*/ 4567428 w 4567428"/>
              <a:gd name="csY8" fmla="*/ 515181 h 1593342"/>
              <a:gd name="csX9" fmla="*/ 4567428 w 4567428"/>
              <a:gd name="csY9" fmla="*/ 1062228 h 1593342"/>
              <a:gd name="csX10" fmla="*/ 4567428 w 4567428"/>
              <a:gd name="csY10" fmla="*/ 1593342 h 1593342"/>
              <a:gd name="csX11" fmla="*/ 3905151 w 4567428"/>
              <a:gd name="csY11" fmla="*/ 1593342 h 1593342"/>
              <a:gd name="csX12" fmla="*/ 3379897 w 4567428"/>
              <a:gd name="csY12" fmla="*/ 1593342 h 1593342"/>
              <a:gd name="csX13" fmla="*/ 2900317 w 4567428"/>
              <a:gd name="csY13" fmla="*/ 1593342 h 1593342"/>
              <a:gd name="csX14" fmla="*/ 2375063 w 4567428"/>
              <a:gd name="csY14" fmla="*/ 1593342 h 1593342"/>
              <a:gd name="csX15" fmla="*/ 1895483 w 4567428"/>
              <a:gd name="csY15" fmla="*/ 1593342 h 1593342"/>
              <a:gd name="csX16" fmla="*/ 1461577 w 4567428"/>
              <a:gd name="csY16" fmla="*/ 1593342 h 1593342"/>
              <a:gd name="csX17" fmla="*/ 936323 w 4567428"/>
              <a:gd name="csY17" fmla="*/ 1593342 h 1593342"/>
              <a:gd name="csX18" fmla="*/ 0 w 4567428"/>
              <a:gd name="csY18" fmla="*/ 1593342 h 1593342"/>
              <a:gd name="csX19" fmla="*/ 0 w 4567428"/>
              <a:gd name="csY19" fmla="*/ 1030361 h 1593342"/>
              <a:gd name="csX20" fmla="*/ 0 w 4567428"/>
              <a:gd name="csY20" fmla="*/ 499247 h 1593342"/>
              <a:gd name="csX21" fmla="*/ 0 w 4567428"/>
              <a:gd name="csY21" fmla="*/ 0 h 15933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4567428" h="1593342" fill="none" extrusionOk="0">
                <a:moveTo>
                  <a:pt x="0" y="0"/>
                </a:moveTo>
                <a:cubicBezTo>
                  <a:pt x="287654" y="-35289"/>
                  <a:pt x="339531" y="9609"/>
                  <a:pt x="616603" y="0"/>
                </a:cubicBezTo>
                <a:cubicBezTo>
                  <a:pt x="893675" y="-9609"/>
                  <a:pt x="906905" y="41510"/>
                  <a:pt x="1050508" y="0"/>
                </a:cubicBezTo>
                <a:cubicBezTo>
                  <a:pt x="1194111" y="-41510"/>
                  <a:pt x="1508017" y="54629"/>
                  <a:pt x="1667111" y="0"/>
                </a:cubicBezTo>
                <a:cubicBezTo>
                  <a:pt x="1826205" y="-54629"/>
                  <a:pt x="1958379" y="46227"/>
                  <a:pt x="2238040" y="0"/>
                </a:cubicBezTo>
                <a:cubicBezTo>
                  <a:pt x="2517701" y="-46227"/>
                  <a:pt x="2675067" y="69404"/>
                  <a:pt x="2900317" y="0"/>
                </a:cubicBezTo>
                <a:cubicBezTo>
                  <a:pt x="3125567" y="-69404"/>
                  <a:pt x="3232042" y="18923"/>
                  <a:pt x="3562594" y="0"/>
                </a:cubicBezTo>
                <a:cubicBezTo>
                  <a:pt x="3893146" y="-18923"/>
                  <a:pt x="4148320" y="34638"/>
                  <a:pt x="4567428" y="0"/>
                </a:cubicBezTo>
                <a:cubicBezTo>
                  <a:pt x="4615599" y="222218"/>
                  <a:pt x="4520981" y="345345"/>
                  <a:pt x="4567428" y="515181"/>
                </a:cubicBezTo>
                <a:cubicBezTo>
                  <a:pt x="4613875" y="685017"/>
                  <a:pt x="4527041" y="885771"/>
                  <a:pt x="4567428" y="1062228"/>
                </a:cubicBezTo>
                <a:cubicBezTo>
                  <a:pt x="4607815" y="1238685"/>
                  <a:pt x="4512357" y="1340421"/>
                  <a:pt x="4567428" y="1593342"/>
                </a:cubicBezTo>
                <a:cubicBezTo>
                  <a:pt x="4371728" y="1662818"/>
                  <a:pt x="4076057" y="1568538"/>
                  <a:pt x="3905151" y="1593342"/>
                </a:cubicBezTo>
                <a:cubicBezTo>
                  <a:pt x="3734245" y="1618146"/>
                  <a:pt x="3621551" y="1592924"/>
                  <a:pt x="3379897" y="1593342"/>
                </a:cubicBezTo>
                <a:cubicBezTo>
                  <a:pt x="3138243" y="1593760"/>
                  <a:pt x="3073017" y="1537164"/>
                  <a:pt x="2900317" y="1593342"/>
                </a:cubicBezTo>
                <a:cubicBezTo>
                  <a:pt x="2727617" y="1649520"/>
                  <a:pt x="2566106" y="1565833"/>
                  <a:pt x="2375063" y="1593342"/>
                </a:cubicBezTo>
                <a:cubicBezTo>
                  <a:pt x="2184020" y="1620851"/>
                  <a:pt x="2130670" y="1575579"/>
                  <a:pt x="1895483" y="1593342"/>
                </a:cubicBezTo>
                <a:cubicBezTo>
                  <a:pt x="1660296" y="1611105"/>
                  <a:pt x="1577914" y="1584896"/>
                  <a:pt x="1461577" y="1593342"/>
                </a:cubicBezTo>
                <a:cubicBezTo>
                  <a:pt x="1345240" y="1601788"/>
                  <a:pt x="1169179" y="1532358"/>
                  <a:pt x="936323" y="1593342"/>
                </a:cubicBezTo>
                <a:cubicBezTo>
                  <a:pt x="703467" y="1654326"/>
                  <a:pt x="248198" y="1515387"/>
                  <a:pt x="0" y="1593342"/>
                </a:cubicBezTo>
                <a:cubicBezTo>
                  <a:pt x="-63420" y="1339268"/>
                  <a:pt x="15313" y="1216672"/>
                  <a:pt x="0" y="1030361"/>
                </a:cubicBezTo>
                <a:cubicBezTo>
                  <a:pt x="-15313" y="844050"/>
                  <a:pt x="22158" y="748518"/>
                  <a:pt x="0" y="499247"/>
                </a:cubicBezTo>
                <a:cubicBezTo>
                  <a:pt x="-22158" y="249976"/>
                  <a:pt x="20084" y="224200"/>
                  <a:pt x="0" y="0"/>
                </a:cubicBezTo>
                <a:close/>
              </a:path>
              <a:path w="4567428" h="1593342" stroke="0" extrusionOk="0">
                <a:moveTo>
                  <a:pt x="0" y="0"/>
                </a:moveTo>
                <a:cubicBezTo>
                  <a:pt x="243025" y="-10582"/>
                  <a:pt x="525317" y="6220"/>
                  <a:pt x="662277" y="0"/>
                </a:cubicBezTo>
                <a:cubicBezTo>
                  <a:pt x="799237" y="-6220"/>
                  <a:pt x="1063200" y="32406"/>
                  <a:pt x="1324554" y="0"/>
                </a:cubicBezTo>
                <a:cubicBezTo>
                  <a:pt x="1585908" y="-32406"/>
                  <a:pt x="1665820" y="72391"/>
                  <a:pt x="1941157" y="0"/>
                </a:cubicBezTo>
                <a:cubicBezTo>
                  <a:pt x="2216494" y="-72391"/>
                  <a:pt x="2248502" y="17826"/>
                  <a:pt x="2512085" y="0"/>
                </a:cubicBezTo>
                <a:cubicBezTo>
                  <a:pt x="2775668" y="-17826"/>
                  <a:pt x="2869016" y="55482"/>
                  <a:pt x="3037340" y="0"/>
                </a:cubicBezTo>
                <a:cubicBezTo>
                  <a:pt x="3205664" y="-55482"/>
                  <a:pt x="3447601" y="30965"/>
                  <a:pt x="3562594" y="0"/>
                </a:cubicBezTo>
                <a:cubicBezTo>
                  <a:pt x="3677587" y="-30965"/>
                  <a:pt x="4131252" y="102901"/>
                  <a:pt x="4567428" y="0"/>
                </a:cubicBezTo>
                <a:cubicBezTo>
                  <a:pt x="4581370" y="237736"/>
                  <a:pt x="4511304" y="267942"/>
                  <a:pt x="4567428" y="499247"/>
                </a:cubicBezTo>
                <a:cubicBezTo>
                  <a:pt x="4623552" y="730552"/>
                  <a:pt x="4553023" y="871517"/>
                  <a:pt x="4567428" y="1062228"/>
                </a:cubicBezTo>
                <a:cubicBezTo>
                  <a:pt x="4581833" y="1252939"/>
                  <a:pt x="4543513" y="1460430"/>
                  <a:pt x="4567428" y="1593342"/>
                </a:cubicBezTo>
                <a:cubicBezTo>
                  <a:pt x="4358226" y="1597553"/>
                  <a:pt x="4220905" y="1586887"/>
                  <a:pt x="4087848" y="1593342"/>
                </a:cubicBezTo>
                <a:cubicBezTo>
                  <a:pt x="3954791" y="1599797"/>
                  <a:pt x="3658775" y="1537536"/>
                  <a:pt x="3516920" y="1593342"/>
                </a:cubicBezTo>
                <a:cubicBezTo>
                  <a:pt x="3375065" y="1649148"/>
                  <a:pt x="3224405" y="1572257"/>
                  <a:pt x="2991665" y="1593342"/>
                </a:cubicBezTo>
                <a:cubicBezTo>
                  <a:pt x="2758926" y="1614427"/>
                  <a:pt x="2749254" y="1559840"/>
                  <a:pt x="2557760" y="1593342"/>
                </a:cubicBezTo>
                <a:cubicBezTo>
                  <a:pt x="2366267" y="1626844"/>
                  <a:pt x="2229408" y="1555861"/>
                  <a:pt x="2078180" y="1593342"/>
                </a:cubicBezTo>
                <a:cubicBezTo>
                  <a:pt x="1926952" y="1630823"/>
                  <a:pt x="1773432" y="1583063"/>
                  <a:pt x="1598600" y="1593342"/>
                </a:cubicBezTo>
                <a:cubicBezTo>
                  <a:pt x="1423768" y="1603621"/>
                  <a:pt x="1330715" y="1569713"/>
                  <a:pt x="1119020" y="1593342"/>
                </a:cubicBezTo>
                <a:cubicBezTo>
                  <a:pt x="907325" y="1616971"/>
                  <a:pt x="812061" y="1576089"/>
                  <a:pt x="685114" y="1593342"/>
                </a:cubicBezTo>
                <a:cubicBezTo>
                  <a:pt x="558167" y="1610595"/>
                  <a:pt x="217024" y="1537672"/>
                  <a:pt x="0" y="1593342"/>
                </a:cubicBezTo>
                <a:cubicBezTo>
                  <a:pt x="-37326" y="1449321"/>
                  <a:pt x="28611" y="1306793"/>
                  <a:pt x="0" y="1078161"/>
                </a:cubicBezTo>
                <a:cubicBezTo>
                  <a:pt x="-28611" y="849529"/>
                  <a:pt x="15494" y="808932"/>
                  <a:pt x="0" y="594848"/>
                </a:cubicBezTo>
                <a:cubicBezTo>
                  <a:pt x="-15494" y="380764"/>
                  <a:pt x="53230" y="119204"/>
                  <a:pt x="0" y="0"/>
                </a:cubicBezTo>
                <a:close/>
              </a:path>
            </a:pathLst>
          </a:custGeom>
          <a:solidFill>
            <a:srgbClr val="9B4B0F"/>
          </a:solidFill>
          <a:ln w="28575">
            <a:extLst>
              <a:ext uri="{C807C97D-BFC1-408E-A445-0C87EB9F89A2}">
                <ask:lineSketchStyleProps xmlns:ask="http://schemas.microsoft.com/office/drawing/2018/sketchyshapes" sd="182485699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050" b="1" dirty="0">
                <a:solidFill>
                  <a:schemeClr val="accent1"/>
                </a:solidFill>
              </a:rPr>
              <a:t>❄️ </a:t>
            </a:r>
            <a:r>
              <a:rPr lang="en-IN" sz="1050" b="1" dirty="0">
                <a:solidFill>
                  <a:schemeClr val="bg2">
                    <a:lumMod val="90000"/>
                  </a:schemeClr>
                </a:solidFill>
              </a:rPr>
              <a:t>Winter (Vermont, Virginia, Montana, Rhode Island, Mississippi)</a:t>
            </a:r>
          </a:p>
          <a:p>
            <a:endParaRPr lang="en-IN" sz="1050" b="1" dirty="0">
              <a:solidFill>
                <a:srgbClr val="0070C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000" dirty="0">
                <a:solidFill>
                  <a:schemeClr val="tx1"/>
                </a:solidFill>
              </a:rPr>
              <a:t>Vermont is the clear Winter leader, with very high purchase activity.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000" dirty="0">
                <a:solidFill>
                  <a:schemeClr val="tx1"/>
                </a:solidFill>
              </a:rPr>
              <a:t>Virginia &amp; Montana also show strong Winter shopping → consistent high demand.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000" dirty="0">
                <a:solidFill>
                  <a:schemeClr val="tx1"/>
                </a:solidFill>
              </a:rPr>
              <a:t>Rhode Island &amp; Mississippi demonstrate localized Winter peaks → good for regional promotions</a:t>
            </a:r>
          </a:p>
        </p:txBody>
      </p:sp>
    </p:spTree>
    <p:extLst>
      <p:ext uri="{BB962C8B-B14F-4D97-AF65-F5344CB8AC3E}">
        <p14:creationId xmlns:p14="http://schemas.microsoft.com/office/powerpoint/2010/main" val="3568546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A8BD3563-74C4-0E4D-FE4C-A2AA33C32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</a:pPr>
            <a:r>
              <a:rPr lang="en-IN" dirty="0"/>
              <a:t>Customer Cluster Profiles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914057-CF12-017E-B2D8-B25B6E3229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2EF1DE-337F-5192-8762-CB5AF953805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dirty="0"/>
              <a:t>5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1AC990AC-0F45-F571-6B02-EC856DD30A4B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737394" y="3826733"/>
            <a:ext cx="1071721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latin typeface="Amasis MT Pro Black" panose="02040A04050005020304" pitchFamily="18" charset="0"/>
              </a:rPr>
              <a:t>Cluster 1 – Promo-sensitive, frequent buyers (Young)</a:t>
            </a:r>
            <a:endParaRPr lang="en-US" sz="1200" dirty="0">
              <a:latin typeface="Amasis MT Pro Black" panose="02040A040500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200" dirty="0">
                <a:latin typeface="Algerian" panose="04020705040A02060702" pitchFamily="82" charset="0"/>
              </a:rPr>
              <a:t>Younger shoppers who respond quickly to discounts and offers.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200" dirty="0">
                <a:latin typeface="Algerian" panose="04020705040A02060702" pitchFamily="82" charset="0"/>
              </a:rPr>
              <a:t>They purchase often but are highly price-conscious.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200" b="1" dirty="0">
                <a:latin typeface="Amasis MT Pro Black" panose="02040A04050005020304" pitchFamily="18" charset="0"/>
              </a:rPr>
              <a:t>Strategy:</a:t>
            </a:r>
            <a:r>
              <a:rPr lang="en-US" sz="1200" dirty="0">
                <a:latin typeface="Amasis MT Pro Black" panose="02040A04050005020304" pitchFamily="18" charset="0"/>
              </a:rPr>
              <a:t> </a:t>
            </a:r>
            <a:r>
              <a:rPr lang="en-US" sz="1200" dirty="0">
                <a:latin typeface="Algerian" panose="04020705040A02060702" pitchFamily="82" charset="0"/>
              </a:rPr>
              <a:t>Engage them with flash sales, influencer-driven promotions, and BOGO bundles to boost basket size.</a:t>
            </a:r>
          </a:p>
          <a:p>
            <a:endParaRPr lang="en-US" sz="1200" dirty="0">
              <a:latin typeface="Algerian" panose="04020705040A02060702" pitchFamily="82" charset="0"/>
            </a:endParaRPr>
          </a:p>
          <a:p>
            <a:r>
              <a:rPr lang="en-US" sz="1200" b="1" dirty="0">
                <a:latin typeface="Amasis MT Pro Black" panose="02040A04050005020304" pitchFamily="18" charset="0"/>
              </a:rPr>
              <a:t>Cluster 2 – Loyal, high spenders (Middle-aged)</a:t>
            </a:r>
            <a:endParaRPr lang="en-US" sz="1200" dirty="0">
              <a:latin typeface="Amasis MT Pro Black" panose="02040A040500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200" dirty="0">
                <a:latin typeface="Algerian" panose="04020705040A02060702" pitchFamily="82" charset="0"/>
              </a:rPr>
              <a:t>Middle-aged customers with the highest card usage and consistent spending.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200" dirty="0">
                <a:latin typeface="Algerian" panose="04020705040A02060702" pitchFamily="82" charset="0"/>
              </a:rPr>
              <a:t>They value reliability and quality, showing strong brand loyalty.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200" b="1" dirty="0">
                <a:latin typeface="Amasis MT Pro Black" panose="02040A04050005020304" pitchFamily="18" charset="0"/>
              </a:rPr>
              <a:t>Strategy:</a:t>
            </a:r>
            <a:r>
              <a:rPr lang="en-US" sz="1200" dirty="0">
                <a:latin typeface="Amasis MT Pro Black" panose="02040A04050005020304" pitchFamily="18" charset="0"/>
              </a:rPr>
              <a:t> </a:t>
            </a:r>
            <a:r>
              <a:rPr lang="en-US" sz="1200" dirty="0">
                <a:latin typeface="Algerian" panose="04020705040A02060702" pitchFamily="82" charset="0"/>
              </a:rPr>
              <a:t>Position premium products, exclusive loyalty rewards, and card-linked cashback to retain and grow this group.</a:t>
            </a:r>
          </a:p>
          <a:p>
            <a:endParaRPr lang="en-US" sz="1200" dirty="0">
              <a:latin typeface="Algerian" panose="04020705040A02060702" pitchFamily="82" charset="0"/>
            </a:endParaRPr>
          </a:p>
          <a:p>
            <a:r>
              <a:rPr lang="en-US" sz="1200" b="1" dirty="0">
                <a:latin typeface="Amasis MT Pro Black" panose="02040A04050005020304" pitchFamily="18" charset="0"/>
              </a:rPr>
              <a:t>Cluster 3 – High feedback, low frequency (Older)</a:t>
            </a:r>
            <a:endParaRPr lang="en-US" sz="1200" dirty="0">
              <a:latin typeface="Amasis MT Pro Black" panose="02040A040500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200" dirty="0">
                <a:latin typeface="Algerian" panose="04020705040A02060702" pitchFamily="82" charset="0"/>
              </a:rPr>
              <a:t>Seniors shop less frequently but leave strong reviews, indicating satisfaction when they do buy.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200" dirty="0">
                <a:latin typeface="Algerian" panose="04020705040A02060702" pitchFamily="82" charset="0"/>
              </a:rPr>
              <a:t>They may prefer practical/seasonal purchases and simple payment options.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200" b="1" dirty="0">
                <a:latin typeface="Amasis MT Pro Black" panose="02040A04050005020304" pitchFamily="18" charset="0"/>
              </a:rPr>
              <a:t>Strategy:</a:t>
            </a:r>
            <a:r>
              <a:rPr lang="en-US" sz="1200" dirty="0">
                <a:latin typeface="Amasis MT Pro Black" panose="02040A04050005020304" pitchFamily="18" charset="0"/>
              </a:rPr>
              <a:t> </a:t>
            </a:r>
            <a:r>
              <a:rPr lang="en-US" sz="1200" dirty="0">
                <a:latin typeface="Algerian" panose="04020705040A02060702" pitchFamily="82" charset="0"/>
              </a:rPr>
              <a:t>Use personalized outreach (emails, catalogs), seasonal bundles, and simple wallet/cashback offers to re-engage them.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97AF30E-E3FA-FBEF-2D71-14F153964D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6956082"/>
              </p:ext>
            </p:extLst>
          </p:nvPr>
        </p:nvGraphicFramePr>
        <p:xfrm>
          <a:off x="737394" y="1649165"/>
          <a:ext cx="8196296" cy="1928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4870">
                  <a:extLst>
                    <a:ext uri="{9D8B030D-6E8A-4147-A177-3AD203B41FA5}">
                      <a16:colId xmlns:a16="http://schemas.microsoft.com/office/drawing/2014/main" val="1311046329"/>
                    </a:ext>
                  </a:extLst>
                </a:gridCol>
                <a:gridCol w="2723278">
                  <a:extLst>
                    <a:ext uri="{9D8B030D-6E8A-4147-A177-3AD203B41FA5}">
                      <a16:colId xmlns:a16="http://schemas.microsoft.com/office/drawing/2014/main" val="768246341"/>
                    </a:ext>
                  </a:extLst>
                </a:gridCol>
                <a:gridCol w="1638410">
                  <a:extLst>
                    <a:ext uri="{9D8B030D-6E8A-4147-A177-3AD203B41FA5}">
                      <a16:colId xmlns:a16="http://schemas.microsoft.com/office/drawing/2014/main" val="1573283174"/>
                    </a:ext>
                  </a:extLst>
                </a:gridCol>
                <a:gridCol w="2459738">
                  <a:extLst>
                    <a:ext uri="{9D8B030D-6E8A-4147-A177-3AD203B41FA5}">
                      <a16:colId xmlns:a16="http://schemas.microsoft.com/office/drawing/2014/main" val="2285157399"/>
                    </a:ext>
                  </a:extLst>
                </a:gridCol>
              </a:tblGrid>
              <a:tr h="43214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Cluster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Traits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Age Group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Strategy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9447772"/>
                  </a:ext>
                </a:extLst>
              </a:tr>
              <a:tr h="43214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Promo-sensitive, frequent buyers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Young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Flash sales, influencer campaigns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3331471"/>
                  </a:ext>
                </a:extLst>
              </a:tr>
              <a:tr h="43214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Loyal, high spenders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Middle-aged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Premium offers, loyalty rewards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2226016"/>
                  </a:ext>
                </a:extLst>
              </a:tr>
              <a:tr h="50614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High feedback, low frequency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Older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Personalized outreach, seasonal bundles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8059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9327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57C86-096A-0927-39EB-25E60B14E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</a:pPr>
            <a:r>
              <a:rPr lang="en-IN" dirty="0"/>
              <a:t>Key Recommendations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39890-1F41-1648-B7F0-574A18D0DA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090" y="1847088"/>
            <a:ext cx="8762246" cy="3447288"/>
          </a:xfrm>
        </p:spPr>
        <p:txBody>
          <a:bodyPr>
            <a:normAutofit fontScale="85000" lnSpcReduction="20000"/>
          </a:bodyPr>
          <a:lstStyle/>
          <a:p>
            <a:r>
              <a:rPr lang="en-US" altLang="en-US" sz="1900" dirty="0">
                <a:latin typeface="Amasis MT Pro Black" panose="02040A04050005020304" pitchFamily="18" charset="0"/>
              </a:rPr>
              <a:t>Product Focus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altLang="en-US" dirty="0">
                <a:latin typeface="Amasis MT Pro Black" panose="02040A04050005020304" pitchFamily="18" charset="0"/>
              </a:rPr>
              <a:t>Clothing → </a:t>
            </a:r>
            <a:r>
              <a:rPr lang="en-US" altLang="en-US" dirty="0">
                <a:latin typeface="Algerian" panose="04020705040A02060702" pitchFamily="82" charset="0"/>
              </a:rPr>
              <a:t>Already has strong sales; keep as core product line, use only light seasonal promotions.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altLang="en-US" dirty="0">
                <a:latin typeface="Amasis MT Pro Black" panose="02040A04050005020304" pitchFamily="18" charset="0"/>
              </a:rPr>
              <a:t>Footwear → </a:t>
            </a:r>
            <a:r>
              <a:rPr lang="en-US" altLang="en-US" dirty="0">
                <a:latin typeface="Algerian" panose="04020705040A02060702" pitchFamily="82" charset="0"/>
              </a:rPr>
              <a:t>Excellent ratings; position as premium, highlight quality &amp; durability in campaigns.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altLang="en-US" dirty="0">
                <a:latin typeface="Amasis MT Pro Black" panose="02040A04050005020304" pitchFamily="18" charset="0"/>
              </a:rPr>
              <a:t>Accessories → </a:t>
            </a:r>
            <a:r>
              <a:rPr lang="en-US" altLang="en-US" dirty="0">
                <a:latin typeface="Algerian" panose="04020705040A02060702" pitchFamily="82" charset="0"/>
              </a:rPr>
              <a:t>Highly discount-responsive; push bundle deals &amp; BOGO offers to drive volume.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altLang="en-US" dirty="0">
                <a:latin typeface="Amasis MT Pro Black" panose="02040A04050005020304" pitchFamily="18" charset="0"/>
              </a:rPr>
              <a:t>Outerwear</a:t>
            </a:r>
            <a:r>
              <a:rPr lang="en-US" altLang="en-US" dirty="0">
                <a:latin typeface="Algerian" panose="04020705040A02060702" pitchFamily="82" charset="0"/>
              </a:rPr>
              <a:t> → Lower demand without discounts; rely on promotions/clearance to move stock.</a:t>
            </a:r>
          </a:p>
          <a:p>
            <a:endParaRPr lang="en-US" altLang="en-US" dirty="0">
              <a:latin typeface="Algerian" panose="04020705040A02060702" pitchFamily="82" charset="0"/>
            </a:endParaRPr>
          </a:p>
          <a:p>
            <a:r>
              <a:rPr lang="en-US" altLang="en-US" sz="1900" dirty="0">
                <a:latin typeface="Amasis MT Pro Black" panose="02040A04050005020304" pitchFamily="18" charset="0"/>
              </a:rPr>
              <a:t>Customer Segments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altLang="en-US" dirty="0">
                <a:latin typeface="Amasis MT Pro Black" panose="02040A04050005020304" pitchFamily="18" charset="0"/>
              </a:rPr>
              <a:t>Middle-aged (31–50): </a:t>
            </a:r>
            <a:r>
              <a:rPr lang="en-US" altLang="en-US" dirty="0">
                <a:latin typeface="Algerian" panose="04020705040A02060702" pitchFamily="82" charset="0"/>
              </a:rPr>
              <a:t>Best response to card promotions → use cashback &amp; loyalty rewards.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altLang="en-US" dirty="0">
                <a:latin typeface="Amasis MT Pro Black" panose="02040A04050005020304" pitchFamily="18" charset="0"/>
              </a:rPr>
              <a:t>Younger (18–30): </a:t>
            </a:r>
            <a:r>
              <a:rPr lang="en-US" altLang="en-US" dirty="0">
                <a:latin typeface="Algerian" panose="04020705040A02060702" pitchFamily="82" charset="0"/>
              </a:rPr>
              <a:t>Trend-driven &amp; highest per-purchase spend → influencer + BNPL promotions.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altLang="en-US" dirty="0">
                <a:latin typeface="Amasis MT Pro Black" panose="02040A04050005020304" pitchFamily="18" charset="0"/>
              </a:rPr>
              <a:t>Seniors (51+): </a:t>
            </a:r>
            <a:r>
              <a:rPr lang="en-US" altLang="en-US" dirty="0">
                <a:latin typeface="Algerian" panose="04020705040A02060702" pitchFamily="82" charset="0"/>
              </a:rPr>
              <a:t>Shop less often but loyal → focus on personalized offers &amp; easy payment methods.</a:t>
            </a:r>
            <a:endParaRPr lang="en-US" dirty="0">
              <a:latin typeface="Algerian" panose="04020705040A02060702" pitchFamily="82" charset="0"/>
            </a:endParaRPr>
          </a:p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ECA3B6-024C-CF3D-8A2C-99E35E292C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1186A5-AAD6-F680-8E91-E1860D4CE9A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8224182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E729A509-992F-8C10-902D-182448B5A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</a:pPr>
            <a:r>
              <a:rPr lang="en-IN" dirty="0"/>
              <a:t>Conclusion 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FA0F1E-A920-0194-981E-4B573643B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121408"/>
            <a:ext cx="7406640" cy="3578352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altLang="en-US" dirty="0">
                <a:latin typeface="Algerian" panose="04020705040A02060702" pitchFamily="82" charset="0"/>
              </a:rPr>
              <a:t>This analysis shows that customer segmentation leads to smarter, targeted marketing strategies.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altLang="en-US" dirty="0">
                <a:latin typeface="Algerian" panose="04020705040A02060702" pitchFamily="82" charset="0"/>
              </a:rPr>
              <a:t>Seasonal and regional insights highlight when and where to push specific product lines.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altLang="en-US" dirty="0">
                <a:latin typeface="Algerian" panose="04020705040A02060702" pitchFamily="82" charset="0"/>
              </a:rPr>
              <a:t>Age and payment patterns reveal how to design offers that resonate with different groups.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altLang="en-US" dirty="0">
                <a:latin typeface="Algerian" panose="04020705040A02060702" pitchFamily="82" charset="0"/>
              </a:rPr>
              <a:t>Clustering confirms three distinct shopper profiles promo driven youth, loyal middle-aged buyers, and selective seniors each requiring tailored campaigns.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altLang="en-US" dirty="0">
                <a:latin typeface="Algerian" panose="04020705040A02060702" pitchFamily="82" charset="0"/>
              </a:rPr>
              <a:t>Overall, data-driven decisions can maximize sales, improve loyalty, and optimize promotions across the U.S. market.</a:t>
            </a:r>
            <a:endParaRPr lang="en-US" dirty="0">
              <a:latin typeface="Algerian" panose="04020705040A02060702" pitchFamily="82" charset="0"/>
            </a:endParaRPr>
          </a:p>
          <a:p>
            <a:endParaRPr lang="en-US" b="1" dirty="0"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1A502D19-C614-886C-4945-5880F36E099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E46CC291-411B-349C-8657-ED39C084F87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8931087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945C2F8-2E24-F46B-AC7B-3070B3814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1612199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9">
      <a:dk1>
        <a:srgbClr val="231F20"/>
      </a:dk1>
      <a:lt1>
        <a:srgbClr val="FFFFFF"/>
      </a:lt1>
      <a:dk2>
        <a:srgbClr val="231F20"/>
      </a:dk2>
      <a:lt2>
        <a:srgbClr val="FDF9E2"/>
      </a:lt2>
      <a:accent1>
        <a:srgbClr val="FC2834"/>
      </a:accent1>
      <a:accent2>
        <a:srgbClr val="43AAC7"/>
      </a:accent2>
      <a:accent3>
        <a:srgbClr val="00AA59"/>
      </a:accent3>
      <a:accent4>
        <a:srgbClr val="FEA000"/>
      </a:accent4>
      <a:accent5>
        <a:srgbClr val="FDEE6B"/>
      </a:accent5>
      <a:accent6>
        <a:srgbClr val="3266A6"/>
      </a:accent6>
      <a:hlink>
        <a:srgbClr val="FC2734"/>
      </a:hlink>
      <a:folHlink>
        <a:srgbClr val="42AAC7"/>
      </a:folHlink>
    </a:clrScheme>
    <a:fontScheme name="Custom 26">
      <a:majorFont>
        <a:latin typeface="Arial Black"/>
        <a:ea typeface=""/>
        <a:cs typeface=""/>
      </a:majorFont>
      <a:minorFont>
        <a:latin typeface="Arial Blac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etropolitan_Design_Win32_SW_v11" id="{D7435ACC-9DD3-4D5B-A984-7326EB7AF7CB}" vid="{7C01AFE1-C5EE-47B6-A71D-62A9F78E446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5" ma:contentTypeDescription="Create a new document." ma:contentTypeScope="" ma:versionID="e02306daf00165b375dc6a58966960b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df88fb76bf5f555224557953949c1ec9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FB0F111-FD6B-4279-A9B8-A9ADF277465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3441F37-C10B-49C7-9131-D813AD6E948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065A588-1D2A-427C-AA32-A236D95C8F89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Metropolitan design</Template>
  <TotalTime>4291</TotalTime>
  <Words>1131</Words>
  <Application>Microsoft Office PowerPoint</Application>
  <PresentationFormat>Widescreen</PresentationFormat>
  <Paragraphs>171</Paragraphs>
  <Slides>10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1" baseType="lpstr">
      <vt:lpstr>Algerian</vt:lpstr>
      <vt:lpstr>Amasis MT Pro Black</vt:lpstr>
      <vt:lpstr>Aptos Narrow</vt:lpstr>
      <vt:lpstr>Arial</vt:lpstr>
      <vt:lpstr>Arial Black</vt:lpstr>
      <vt:lpstr>Bodoni MT Poster Compressed</vt:lpstr>
      <vt:lpstr>Calibri</vt:lpstr>
      <vt:lpstr>Century Schoolbook</vt:lpstr>
      <vt:lpstr>Courier New</vt:lpstr>
      <vt:lpstr>Wingdings</vt:lpstr>
      <vt:lpstr>Office Theme</vt:lpstr>
      <vt:lpstr>Customer Segmentation Analysis</vt:lpstr>
      <vt:lpstr>Analysis Roadmap </vt:lpstr>
      <vt:lpstr>Dataset Overview</vt:lpstr>
      <vt:lpstr>Product Category &amp; Discounts</vt:lpstr>
      <vt:lpstr>Card Spend By Age Group</vt:lpstr>
      <vt:lpstr>Seasonal &amp; Location Impact</vt:lpstr>
      <vt:lpstr>Customer Cluster Profiles</vt:lpstr>
      <vt:lpstr>Key Recommendations</vt:lpstr>
      <vt:lpstr>Conclusion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Abhisek Nayak</dc:creator>
  <cp:lastModifiedBy>Abhisek Nayak</cp:lastModifiedBy>
  <cp:revision>7</cp:revision>
  <dcterms:created xsi:type="dcterms:W3CDTF">2026-03-27T16:49:16Z</dcterms:created>
  <dcterms:modified xsi:type="dcterms:W3CDTF">2026-03-31T08:09:41Z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